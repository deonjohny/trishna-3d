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cee61d166f4517" /><Relationship Type="http://schemas.openxmlformats.org/officeDocument/2006/relationships/extended-properties" Target="/docProps/app.xml" Id="Rd6195eb6b4164dcc" /><Relationship Type="http://schemas.openxmlformats.org/officeDocument/2006/relationships/officeDocument" Target="/ppt/presentation.xml" Id="R13f0f991b78243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ba70b2be8a4b21"/>
  </p:sldMasterIdLst>
  <p:notesMasterIdLst>
    <p:notesMasterId xmlns:r="http://schemas.openxmlformats.org/officeDocument/2006/relationships" r:id="R6ba75c454d1847e6"/>
  </p:notesMasterIdLst>
  <p:sldIdLst>
    <p:sldId xmlns:r="http://schemas.openxmlformats.org/officeDocument/2006/relationships" id="256" r:id="R5e4dfd7faa714420"/>
    <p:sldId xmlns:r="http://schemas.openxmlformats.org/officeDocument/2006/relationships" id="257" r:id="Rdbd846018f814ccb"/>
    <p:sldId xmlns:r="http://schemas.openxmlformats.org/officeDocument/2006/relationships" id="258" r:id="R65a4020ec8354c6c"/>
    <p:sldId xmlns:r="http://schemas.openxmlformats.org/officeDocument/2006/relationships" id="259" r:id="Rbe63862c57124816"/>
    <p:sldId xmlns:r="http://schemas.openxmlformats.org/officeDocument/2006/relationships" id="260" r:id="R84877361000f40dd"/>
    <p:sldId xmlns:r="http://schemas.openxmlformats.org/officeDocument/2006/relationships" id="261" r:id="R0fc88edcf16246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bbfc2752744150" /><Relationship Type="http://schemas.openxmlformats.org/officeDocument/2006/relationships/slideMaster" Target="/ppt/slideMasters/slideMaster1.xml" Id="Rb6ba70b2be8a4b21" /><Relationship Type="http://schemas.openxmlformats.org/officeDocument/2006/relationships/notesMaster" Target="/ppt/notesMasters/notesMaster1.xml" Id="R6ba75c454d1847e6" /><Relationship Type="http://schemas.openxmlformats.org/officeDocument/2006/relationships/presProps" Target="/ppt/presProps.xml" Id="R02152d3aa36246ce" /><Relationship Type="http://schemas.openxmlformats.org/officeDocument/2006/relationships/tableStyles" Target="/ppt/tableStyles.xml" Id="R5022f27c4ce64f88" /><Relationship Type="http://schemas.openxmlformats.org/officeDocument/2006/relationships/slide" Target="/ppt/slides/slide1.xml" Id="R5e4dfd7faa714420" /><Relationship Type="http://schemas.openxmlformats.org/officeDocument/2006/relationships/slide" Target="/ppt/slides/slide2.xml" Id="Rdbd846018f814ccb" /><Relationship Type="http://schemas.openxmlformats.org/officeDocument/2006/relationships/slide" Target="/ppt/slides/slide3.xml" Id="R65a4020ec8354c6c" /><Relationship Type="http://schemas.openxmlformats.org/officeDocument/2006/relationships/slide" Target="/ppt/slides/slide4.xml" Id="Rbe63862c57124816" /><Relationship Type="http://schemas.openxmlformats.org/officeDocument/2006/relationships/slide" Target="/ppt/slides/slide5.xml" Id="R84877361000f40dd" /><Relationship Type="http://schemas.openxmlformats.org/officeDocument/2006/relationships/slide" Target="/ppt/slides/slide6.xml" Id="R0fc88edcf16246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2068e5e118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a9c366fdd4168" /><Relationship Type="http://schemas.openxmlformats.org/officeDocument/2006/relationships/notesMaster" Target="/ppt/notesMasters/notesMaster1.xml" Id="R06053a8cb9b74c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3793faedd44bb" /><Relationship Type="http://schemas.openxmlformats.org/officeDocument/2006/relationships/notesMaster" Target="/ppt/notesMasters/notesMaster1.xml" Id="Rf7f043c44b6846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4bf8e2e72f4582" /><Relationship Type="http://schemas.openxmlformats.org/officeDocument/2006/relationships/notesMaster" Target="/ppt/notesMasters/notesMaster1.xml" Id="Rc86e02eb6c884e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aba43020554cb8" /><Relationship Type="http://schemas.openxmlformats.org/officeDocument/2006/relationships/notesMaster" Target="/ppt/notesMasters/notesMaster1.xml" Id="Rd8301d8dac014d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c8a0dcb0bd497a" /><Relationship Type="http://schemas.openxmlformats.org/officeDocument/2006/relationships/notesMaster" Target="/ppt/notesMasters/notesMaster1.xml" Id="Rc5b94ebcc6a54d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23af4a69db40c3" /><Relationship Type="http://schemas.openxmlformats.org/officeDocument/2006/relationships/notesMaster" Target="/ppt/notesMasters/notesMaster1.xml" Id="Re338c11b71ee4f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product and its users. Trishna 3D turns architectural drawings into interactive 3D walkthroughs.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questions to make the problem concrete: a plan shows the arrangement, but the experience of depth, circulation and movement is harder to judge from lines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public/extracted.png; public/three-floor-residence-drawing.pdf;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flow is upload, interpret, reconstruct and explore. PDF.js handles document parsing. Gemini Vision is optional for analyzing new uploads. The browser renders a procedural model, which viewers can orbit or navigate in first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src/utils/parseFloorPlanPdf.ts; src/utils/geminiPlanAnalyzer.ts;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live model here. The sample home uses a 10 by 14 metre plan and three storeys. Its construction animation takes seven seconds. Viewers can orbit, switch to first-person and climb connected stairs. Custom-plan Gemini analysis requires an API key; the bundled samples do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src/components/BuildingViewer3D.tsx; src/data/sampleResidencePlan.ts; 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today’s input formats and sample are working prototype capabilities. DXF/IFC export and WebXR are roadmap items. To scale responsibly, test more drawing styles, improve extraction confidence and measure performance across devices.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SUBMISSION.md; previous pitch roadmap; limitation: hand-drawn parsing depends on Gemini quality and API availability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sustainability as a plausible benefit, not a result already measured. A shared 3D view may help teams raise design questions earlier; no material, carbon or energy savings have been calculated. Local rendering avoids a cloud-render queue, but still uses device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src/components/BuildingViewer3D.tsx; sustainability claims are explicitly qualified as potential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405ecdac142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d1485e4eb47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de23a655743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02cef283945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941dbc57d4b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6d1a7172b4a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120F2A-A057-49B2-B55A-B83001C07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D565B2-42B0-417E-8FFF-003125155A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3E66D7-DAF7-450F-8B14-A37378B6D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897DFA-6BB6-4E0A-83C1-779367414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83924B-76EB-45AC-83FE-AEBAED20B1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F668E9-6DF8-4F55-8D89-7C373A27A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1096AD-DE92-45E5-807A-52C012E144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A97637-E8FE-42C6-BF23-BDE8F417C4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21EBFC-5D7E-482F-A032-B18203E33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50575F-194F-4DE2-9496-7FF74D52AE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36fa04e23d4cf2" /><Relationship Type="http://schemas.openxmlformats.org/officeDocument/2006/relationships/slideLayout" Target="/ppt/slideLayouts/slideLayout1.xml" Id="R329251f0abe34c9f" /><Relationship Type="http://schemas.openxmlformats.org/officeDocument/2006/relationships/slideLayout" Target="/ppt/slideLayouts/slideLayout2.xml" Id="Rcf45c3aece4a4403" /><Relationship Type="http://schemas.openxmlformats.org/officeDocument/2006/relationships/slideLayout" Target="/ppt/slideLayouts/slideLayout3.xml" Id="R6d4192bbd09e434d" /><Relationship Type="http://schemas.openxmlformats.org/officeDocument/2006/relationships/slideLayout" Target="/ppt/slideLayouts/slideLayout4.xml" Id="R682f4559417c486d" /><Relationship Type="http://schemas.openxmlformats.org/officeDocument/2006/relationships/slideLayout" Target="/ppt/slideLayouts/slideLayout5.xml" Id="R4ee4bbbb325742e0" /><Relationship Type="http://schemas.openxmlformats.org/officeDocument/2006/relationships/slideLayout" Target="/ppt/slideLayouts/slideLayout6.xml" Id="R645fb1fe169e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9251f0abe34c9f"/>
    <p:sldLayoutId xmlns:r="http://schemas.openxmlformats.org/officeDocument/2006/relationships" id="2147483650" r:id="Rcf45c3aece4a4403"/>
    <p:sldLayoutId xmlns:r="http://schemas.openxmlformats.org/officeDocument/2006/relationships" id="2147483651" r:id="R6d4192bbd09e434d"/>
    <p:sldLayoutId xmlns:r="http://schemas.openxmlformats.org/officeDocument/2006/relationships" id="2147483652" r:id="R682f4559417c486d"/>
    <p:sldLayoutId xmlns:r="http://schemas.openxmlformats.org/officeDocument/2006/relationships" id="2147483653" r:id="R4ee4bbbb325742e0"/>
    <p:sldLayoutId xmlns:r="http://schemas.openxmlformats.org/officeDocument/2006/relationships" id="2147483654" r:id="R645fb1fe169e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939881a2a54922" /><Relationship Type="http://schemas.openxmlformats.org/officeDocument/2006/relationships/image" Target="/ppt/media/image.png" Id="Ra2380c324aeb45cc" /><Relationship Type="http://schemas.openxmlformats.org/officeDocument/2006/relationships/image" Target="/ppt/media/image.svg" Id="R8d68f0115a744b3e" /><Relationship Type="http://schemas.openxmlformats.org/officeDocument/2006/relationships/notesSlide" Target="/ppt/notesSlides/notesSlide1.xml" Id="Rd17ebc7ea0ba40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5463ba6df4c0e" /><Relationship Type="http://schemas.openxmlformats.org/officeDocument/2006/relationships/image" Target="/ppt/media/image2.png" Id="R9a787bdd5a574ed4" /><Relationship Type="http://schemas.openxmlformats.org/officeDocument/2006/relationships/notesSlide" Target="/ppt/notesSlides/notesSlide2.xml" Id="R3a29c3899dae48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d01fed0ae14f0e" /><Relationship Type="http://schemas.openxmlformats.org/officeDocument/2006/relationships/image" Target="/ppt/media/image3.png" Id="R6d69afa18879473d" /><Relationship Type="http://schemas.openxmlformats.org/officeDocument/2006/relationships/notesSlide" Target="/ppt/notesSlides/notesSlide3.xml" Id="R02ebbf8b6b5442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157a250424bb5" /><Relationship Type="http://schemas.openxmlformats.org/officeDocument/2006/relationships/notesSlide" Target="/ppt/notesSlides/notesSlide4.xml" Id="Rddc2ee8715a74f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1f843a4d14e13" /><Relationship Type="http://schemas.openxmlformats.org/officeDocument/2006/relationships/notesSlide" Target="/ppt/notesSlides/notesSlide5.xml" Id="Rd1248f1e907a4c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b24061de848d1" /><Relationship Type="http://schemas.openxmlformats.org/officeDocument/2006/relationships/notesSlide" Target="/ppt/notesSlides/notesSlide6.xml" Id="Rc515037dbdda46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29722-421A-4495-B874-78548648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67077-29A5-4FA9-AE54-E1850BC0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4FFCD-703D-4A74-B10A-947E39C4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12F23-32BB-4799-82B7-BBF43CA7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TRISHNA 3D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AEEB-6044-4EC5-97BF-90203D4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See the home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beyond the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D2B4C-D64F-4BBF-AED0-3B83CFD4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051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Turn architectural drawings into interactive 3D spaces.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30C6C-A98D-492A-A046-EC07C77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386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DC2F9-9662-43D5-B754-2E8AB07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24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A browser-based architectural walkthrough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FD374-3004-46E5-82A6-26FDF727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For architects · project teams · future homeowners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A3905-5F58-46C7-B047-9F43F742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484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DevDay Exchange Community Hackathon · Kochi · 2026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A747B-DD0B-463E-8C9D-2D2BDA4D3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80c324aeb45cc">
            <a:extLst>
              <a:ext uri="{96DAC541-7B7A-43D3-8B79-37D633B846F1}">
                <asvg:svgBlip xmlns:asvg="http://schemas.microsoft.com/office/drawing/2016/SVG/main" r:embed="R8d68f0115a744b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00750" y="514350"/>
            <a:ext cx="5715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25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81B8E-4061-457C-9402-566FEDC4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F01D6-1671-4180-8E67-D450AB98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3AFC1-3A83-4C84-BBB4-EC30096B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CAF04-A107-49BC-8CC2-A4C1263D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A flat plan leaves too much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for people to imagine.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F292D-70B2-4A44-A59F-E98A15E8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9800"/>
            <a:ext cx="5095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The drawing records measurements and layout, but people still have to picture the finished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EF67B-DCAD-45BF-91F5-F34ECD2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E2663-9ECB-4ABA-863E-DB6015F3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00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Will these rooms feel spacious?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7CC2C-8968-47AB-8C73-D33C7B6D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528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15B98-E986-4F2C-8D7A-02FEE634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71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CIRCULATION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38212-FE29-42D6-9BE1-0AB455ED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196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How do the stairs connect each floor?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0E5A0-26BA-43AF-82D6-6B80AE8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720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E0149-00FF-4DEE-8661-2BD953F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91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8EBF2-CA86-4344-8E6D-FE50E23E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387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What will it feel like to move through the home?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6AD4C-990E-4BC4-9971-9514B2E0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911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99DD9-54D6-496A-9A23-291A5971B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87bdd5a574ed4"/>
          <a:srcRect xmlns:a="http://schemas.openxmlformats.org/drawingml/2006/main" l="6818" t="0" r="68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238250"/>
            <a:ext cx="5429250" cy="4191000"/>
          </a:xfrm>
          <a:prstGeom xmlns:a="http://schemas.openxmlformats.org/drawingml/2006/main" prst="roundRect">
            <a:avLst>
              <a:gd name="adj" fmla="val 318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8C347-3C57-4534-973F-B7D2BBFF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Sample plan · three levels · 10 m × 14 m</a:t>
            </a:r>
          </a:p>
        </p:txBody>
      </p:sp>
    </p:spTree>
    <p:extLst>
      <p:ext uri="{BB962C8B-B14F-4D97-AF65-F5344CB8AC3E}">
        <p14:creationId xmlns:p14="http://schemas.microsoft.com/office/powerpoint/2010/main" val="329754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210D7-0BF3-4EB5-A637-B69437E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A84B2-9557-4115-8EE7-BA45C828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E05BC-A195-4924-88C3-B1C30AC6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6A2B4-69DB-4299-B4DF-7F84DD1D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Upload a plan. Explore a home.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99963-13D5-4EF3-AA4D-CE6F711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Trishna 3D turns a drawing into a navigable model.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45EA9-72BB-47C3-BB91-B2CCE36FA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9afa18879473d"/>
          <a:srcRect xmlns:a="http://schemas.openxmlformats.org/drawingml/2006/main" l="0" t="20551" r="0" b="20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295525"/>
            <a:ext cx="3714750" cy="2457450"/>
          </a:xfrm>
          <a:prstGeom xmlns:a="http://schemas.openxmlformats.org/drawingml/2006/main" prst="roundRect">
            <a:avLst>
              <a:gd name="adj" fmla="val 54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4CE49-6E11-46E7-82D0-B91FCCBD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F5439-0423-400B-8CE8-154A48DD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81A1F-BC7A-478E-98B8-2F80DAE8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19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A4BC2-1799-47B5-A206-AB1CE7B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908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PDF.js parses vector and raster plans in the browser.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3CDC7-D178-47BA-AD03-A4B223FC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9E160-3CB8-4874-AA3B-AB143C1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INTERPRET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24EF8-E82D-4522-8C15-791D0962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Optional Gemini Vision helps analyze new uploads.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4714E-201B-4F7F-81FF-5E5B3172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BEB68-64BB-4D9F-A7BC-48B7C218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RECONSTRUCT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B1EEB-C516-4517-B758-9456892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96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A structured plan drives walls, floors, doors and stairs.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C2369-F676-44D2-B0DC-504C866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F514A-375C-462E-9964-63A344EF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EXPLORE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6DE41-316B-49CE-B70D-63183C65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96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Orbit the model or walk through connected levels.</a:t>
            </a:r>
          </a:p>
        </p:txBody>
      </p:sp>
    </p:spTree>
    <p:extLst>
      <p:ext uri="{BB962C8B-B14F-4D97-AF65-F5344CB8AC3E}">
        <p14:creationId xmlns:p14="http://schemas.microsoft.com/office/powerpoint/2010/main" val="300451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63AF7-DB5A-492C-8617-3BC98F6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35E3E-9ECA-4EA2-8802-B59671D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WHAT WORKS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847B5-CC64-4D02-A4B5-CE1765C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297D4-927B-4971-BFAD-80D8FB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A working prototype—not just a mock-up.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AC518-7ADB-42DC-8853-C4DD71BD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The demo combines plan input, procedural assembly and live navigation.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7BBD0-05CA-4958-AF50-B947E8C8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52D9A-0737-44C5-9190-ED492B5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D477D-CF38-4C76-8374-2AA99035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PDF · PNG · JPG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5315C-DE1B-43C6-A58B-ED15D6CD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Read vector or raster PDFs and image plans. Built-in sample plans run without an API key.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6267B-1D27-4B3E-BBBC-E337360B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765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9C0DC-E866-4DCA-B0E9-487DBC1C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05396-9BF1-4936-9D7C-AD69000C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94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710FB-40EF-468B-9F18-555C0B5C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7 seconds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1D54E-5B9B-4776-9339-C1087C4C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Watch the model assemble from ground level up, with walls, floor slabs and a stair 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924E6-6402-46C6-B33C-5D8C74BA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7C467-E22F-4FF4-A026-C7CB69FC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14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CF06B-DF50-4293-B29E-B792616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194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WALKTHROUGH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9B021-4699-4C6D-875A-8FBA5C4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3 floors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5D102-A240-42F8-9543-1FA75110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Switch between orbit and first-person views; climb between floors and approach doors to open them.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EC3D7-E2CD-4E79-99EA-14F1936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A9968-BB24-498A-AE49-A760558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LIVE SAMPLE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29B7E-3AB4-4848-A140-0EC320A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816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10 m × 14 m residence plan · progressive build · walkable stair connections</a:t>
            </a:r>
          </a:p>
        </p:txBody>
      </p:sp>
    </p:spTree>
    <p:extLst>
      <p:ext uri="{BB962C8B-B14F-4D97-AF65-F5344CB8AC3E}">
        <p14:creationId xmlns:p14="http://schemas.microsoft.com/office/powerpoint/2010/main" val="1398561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DE711-7086-4B47-9110-1A5F9CFF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34EB0-EAB4-48F0-A76D-5A45FB8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SCALABILITY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1ED9D-2EC2-4C4C-A3D3-71531715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6142F-87B4-4D39-9E2C-5B506B6B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Start with one home. Build toward more.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4E2A4-FD70-4391-9C20-31F4A81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Scale the capabilities in steps—and make the limits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062D4-39C5-4E86-957B-3DA28DCB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0934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24764-4A26-4329-90F9-96FE422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90AAE-7A80-4D18-839A-81661ED9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Browser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E65B9-37EE-40EF-9536-F4BDEE3B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PDF, PNG and JPG inputs; local rendering; a built-in three-floor sample.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1ABB0-26ED-486F-A524-6FEE6CF6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0934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0F755-3ECF-4BCE-92FE-92654053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D82C8-1051-4379-9446-0BB99A9B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29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Broader interoperability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41E8F-B0AA-4263-A91D-3E76A55A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DXF / IFC export is a roadmap item, not part of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2250B-B0B9-4644-A87E-D0ACA9D2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934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60729-54DE-4E65-AEDF-D3D18080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79E6A-15F0-4FF5-AD1E-1D18A3D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48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More immersive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6D769-CC66-4271-A824-90864F05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81550"/>
            <a:ext cx="833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WebXR headset walkthroughs are a future direction.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651F2-023A-4614-A365-D2EB304D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54D44-6F06-45B0-9E8E-B34E7EF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What must scale too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19C44-0659-4F13-9B51-2EAA77AC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29275"/>
            <a:ext cx="881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Test varied drawings, improve extraction confidence and validate performance on more devices.</a:t>
            </a:r>
          </a:p>
        </p:txBody>
      </p:sp>
    </p:spTree>
    <p:extLst>
      <p:ext uri="{BB962C8B-B14F-4D97-AF65-F5344CB8AC3E}">
        <p14:creationId xmlns:p14="http://schemas.microsoft.com/office/powerpoint/2010/main" val="306564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CFDBC-E19C-4E3F-9364-3122DFFD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0C71E-142A-4E5F-9CCE-43F56888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SUSTAINABILITY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9575A-F877-475B-957F-A14BBCC9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04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Better spatial decisions,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earlier in the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B00BE-E755-4106-B927-281B0C03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D5E5D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A walkthrough can support clearer design conversations before construction.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3F6A5-7D3E-4A38-81CD-AAA19774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EDBD7-E04A-4BFD-A981-44487D53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3190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DESIGN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71819-512F-43AC-A773-D8B589D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Spot circulation or room-layout questions while options are still open.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C5093-CB2E-4036-A4C4-532C93C4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4335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03E66-419B-452B-A676-3CE45B5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3190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SHARED UNDERSTANDING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C2032-1B52-4357-90CC-AB432EC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Give clients and project teams a common view to discuss.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9BE5E-A37A-4D3D-BC21-7E529AF0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C59D7-6F0B-4A5C-84C2-CDDF8EEB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3190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DIGITAL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739FB-C664-4874-AAC7-EDA961DD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Built-in samples run in the browser without a cloud-rendering queue.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95394-39C9-4031-AF9E-C6C14E1F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352550"/>
            <a:ext cx="45148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9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F5B41-468D-4EAA-8CDD-DCBA6E3B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52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POSSIBLE PATHWAY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9EC11-4A0C-4711-A214-AF63B0D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6222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4CFA3-F095-43C2-BA24-62246CB0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14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B7C22-27D4-450B-A5D7-831D02ED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14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VISUALIZE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67AEC-1E16-4364-A4C8-6063B6B5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43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Walk through the proposed layout.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4712A-831B-4776-B9D1-A47392DC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76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5CA0E-60F8-4550-AC02-A02520CD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DISCUSS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13380-CDCA-4203-9ECE-4DF6AF6C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Share questions in one 3D 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BA6E1-98E7-49F4-B367-C9CA934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38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C536D-E862-42EB-84E2-D58E460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3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REVIEW EARLY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65BFF-2650-4F73-A51F-74DC033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672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Consider changes before construction.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42031-50F2-42D1-9A9D-542D4158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857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Prototype does not calculate material use, carbon, or device energy.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22A0A5-57BD-450A-A4D4-ED01B1DE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0019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2026-10-11T03:36:03.4080000Z</dcterms:created>
  <dcterms:modified xsi:type="dcterms:W3CDTF">2026-10-11T03:36:03.4080000Z</dcterms:modified>
</coreProperties>
</file>