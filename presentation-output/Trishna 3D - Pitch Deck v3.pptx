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f41f7c5eac4d2a" /><Relationship Type="http://schemas.openxmlformats.org/officeDocument/2006/relationships/extended-properties" Target="/docProps/app.xml" Id="Rfd61d916f0c2479e" /><Relationship Type="http://schemas.openxmlformats.org/officeDocument/2006/relationships/officeDocument" Target="/ppt/presentation.xml" Id="R790dfa1e1e50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e428b645584f7f"/>
  </p:sldMasterIdLst>
  <p:notesMasterIdLst>
    <p:notesMasterId xmlns:r="http://schemas.openxmlformats.org/officeDocument/2006/relationships" r:id="Rbbb966ede63f45b7"/>
  </p:notesMasterIdLst>
  <p:sldIdLst>
    <p:sldId xmlns:r="http://schemas.openxmlformats.org/officeDocument/2006/relationships" id="256" r:id="Ra59f2ccb8ee14671"/>
    <p:sldId xmlns:r="http://schemas.openxmlformats.org/officeDocument/2006/relationships" id="257" r:id="R2756d70bc0844661"/>
    <p:sldId xmlns:r="http://schemas.openxmlformats.org/officeDocument/2006/relationships" id="258" r:id="R4f3e3216e19e4dd4"/>
    <p:sldId xmlns:r="http://schemas.openxmlformats.org/officeDocument/2006/relationships" id="259" r:id="R655442cc53264ca1"/>
    <p:sldId xmlns:r="http://schemas.openxmlformats.org/officeDocument/2006/relationships" id="260" r:id="Rdc9c89ea4c394b85"/>
    <p:sldId xmlns:r="http://schemas.openxmlformats.org/officeDocument/2006/relationships" id="261" r:id="R1bdab1eb234848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5810257db48b9" /><Relationship Type="http://schemas.openxmlformats.org/officeDocument/2006/relationships/slideMaster" Target="/ppt/slideMasters/slideMaster1.xml" Id="Ra3e428b645584f7f" /><Relationship Type="http://schemas.openxmlformats.org/officeDocument/2006/relationships/notesMaster" Target="/ppt/notesMasters/notesMaster1.xml" Id="Rbbb966ede63f45b7" /><Relationship Type="http://schemas.openxmlformats.org/officeDocument/2006/relationships/presProps" Target="/ppt/presProps.xml" Id="R43be12467929493d" /><Relationship Type="http://schemas.openxmlformats.org/officeDocument/2006/relationships/tableStyles" Target="/ppt/tableStyles.xml" Id="Rd28ef7a02115445b" /><Relationship Type="http://schemas.openxmlformats.org/officeDocument/2006/relationships/slide" Target="/ppt/slides/slide1.xml" Id="Ra59f2ccb8ee14671" /><Relationship Type="http://schemas.openxmlformats.org/officeDocument/2006/relationships/slide" Target="/ppt/slides/slide2.xml" Id="R2756d70bc0844661" /><Relationship Type="http://schemas.openxmlformats.org/officeDocument/2006/relationships/slide" Target="/ppt/slides/slide3.xml" Id="R4f3e3216e19e4dd4" /><Relationship Type="http://schemas.openxmlformats.org/officeDocument/2006/relationships/slide" Target="/ppt/slides/slide4.xml" Id="R655442cc53264ca1" /><Relationship Type="http://schemas.openxmlformats.org/officeDocument/2006/relationships/slide" Target="/ppt/slides/slide5.xml" Id="Rdc9c89ea4c394b85" /><Relationship Type="http://schemas.openxmlformats.org/officeDocument/2006/relationships/slide" Target="/ppt/slides/slide6.xml" Id="R1bdab1eb2348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41f377584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4fa828eb143f7" /><Relationship Type="http://schemas.openxmlformats.org/officeDocument/2006/relationships/notesMaster" Target="/ppt/notesMasters/notesMaster1.xml" Id="Rb71ccbbd1ef2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dd6f1d1094ab7" /><Relationship Type="http://schemas.openxmlformats.org/officeDocument/2006/relationships/notesMaster" Target="/ppt/notesMasters/notesMaster1.xml" Id="R12fd7ed0012f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c8c969f8a4a73" /><Relationship Type="http://schemas.openxmlformats.org/officeDocument/2006/relationships/notesMaster" Target="/ppt/notesMasters/notesMaster1.xml" Id="R8efe15c526b0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f92493ed54359" /><Relationship Type="http://schemas.openxmlformats.org/officeDocument/2006/relationships/notesMaster" Target="/ppt/notesMasters/notesMaster1.xml" Id="R21695449c849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966e0d2cd64527" /><Relationship Type="http://schemas.openxmlformats.org/officeDocument/2006/relationships/notesMaster" Target="/ppt/notesMasters/notesMaster1.xml" Id="R2f039f01f10a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f4700f96ad465b" /><Relationship Type="http://schemas.openxmlformats.org/officeDocument/2006/relationships/notesMaster" Target="/ppt/notesMasters/notesMaster1.xml" Id="R90c4caeeaae1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product and its users. Trishna 3D turns architectural drawings into interactive 3D walkthroughs.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questions to make the problem concrete: a plan shows the arrangement, but the experience of depth, circulation and movement is harder to judge from lines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public/extracted.png; public/three-floor-residence-drawing.pdf;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 is upload, interpret, reconstruct and explore. PDF.js handles document parsing. Gemini Vision is optional for analyzing new uploads. The browser renders a procedural model, which viewers can orbit or navigate in first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model here. The sample home uses a 10 by 14 metre plan and three storeys. Its construction animation takes seven seconds. Viewers can orbit, switch to first-person and climb connected stairs. Custom-plan Gemini analysis requires an API key; the bundled samples do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src/components/BuildingViewer3D.tsx; src/data/sampleResidencePlan.ts; 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today’s input formats and sample are working prototype capabilities. DXF/IFC export and WebXR are roadmap items. To scale responsibly, test more drawing styles, improve extraction confidence and measure performance across devices.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SUBMISSION.md; previous pitch roadmap; limitation: hand-drawn parsing depends on Gemini quality and API availability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sustainability as a plausible benefit, not a result already measured. A shared 3D view may help teams raise design questions earlier; no material, carbon or energy savings have been calculated. Local rendering avoids a cloud-render queue, but still uses device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src/components/BuildingViewer3D.tsx; sustainability claims are explicitly qualified as potential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3c08e25594d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55715d8d441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e7feaaad4a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81413a1f04c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adc3a3a91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ae4a78ff0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120F2A-A057-49B2-B55A-B83001C07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D565B2-42B0-417E-8FFF-003125155A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3E66D7-DAF7-450F-8B14-A37378B6D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897DFA-6BB6-4E0A-83C1-779367414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83924B-76EB-45AC-83FE-AEBAED20B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F668E9-6DF8-4F55-8D89-7C373A27A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1096AD-DE92-45E5-807A-52C012E144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A97637-E8FE-42C6-BF23-BDE8F417C4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21EBFC-5D7E-482F-A032-B18203E33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50575F-194F-4DE2-9496-7FF74D52A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08a263ba94160" /><Relationship Type="http://schemas.openxmlformats.org/officeDocument/2006/relationships/slideLayout" Target="/ppt/slideLayouts/slideLayout1.xml" Id="Rab878e4fa6254787" /><Relationship Type="http://schemas.openxmlformats.org/officeDocument/2006/relationships/slideLayout" Target="/ppt/slideLayouts/slideLayout2.xml" Id="R481c27c1cc5641b6" /><Relationship Type="http://schemas.openxmlformats.org/officeDocument/2006/relationships/slideLayout" Target="/ppt/slideLayouts/slideLayout3.xml" Id="Rfcb98f69151f4a62" /><Relationship Type="http://schemas.openxmlformats.org/officeDocument/2006/relationships/slideLayout" Target="/ppt/slideLayouts/slideLayout4.xml" Id="R4ba8ba0037b14e77" /><Relationship Type="http://schemas.openxmlformats.org/officeDocument/2006/relationships/slideLayout" Target="/ppt/slideLayouts/slideLayout5.xml" Id="R76d35e8f24b34a1f" /><Relationship Type="http://schemas.openxmlformats.org/officeDocument/2006/relationships/slideLayout" Target="/ppt/slideLayouts/slideLayout6.xml" Id="R58b4602a07c8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78e4fa6254787"/>
    <p:sldLayoutId xmlns:r="http://schemas.openxmlformats.org/officeDocument/2006/relationships" id="2147483650" r:id="R481c27c1cc5641b6"/>
    <p:sldLayoutId xmlns:r="http://schemas.openxmlformats.org/officeDocument/2006/relationships" id="2147483651" r:id="Rfcb98f69151f4a62"/>
    <p:sldLayoutId xmlns:r="http://schemas.openxmlformats.org/officeDocument/2006/relationships" id="2147483652" r:id="R4ba8ba0037b14e77"/>
    <p:sldLayoutId xmlns:r="http://schemas.openxmlformats.org/officeDocument/2006/relationships" id="2147483653" r:id="R76d35e8f24b34a1f"/>
    <p:sldLayoutId xmlns:r="http://schemas.openxmlformats.org/officeDocument/2006/relationships" id="2147483654" r:id="R58b4602a07c8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6630258a7444a" /><Relationship Type="http://schemas.openxmlformats.org/officeDocument/2006/relationships/image" Target="/ppt/media/image.png" Id="Rbde97570eb4047fe" /><Relationship Type="http://schemas.openxmlformats.org/officeDocument/2006/relationships/image" Target="/ppt/media/image.svg" Id="Rbea83d3eabaf4239" /><Relationship Type="http://schemas.openxmlformats.org/officeDocument/2006/relationships/notesSlide" Target="/ppt/notesSlides/notesSlide1.xml" Id="R0ef5611d9cf94c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43624335342ae" /><Relationship Type="http://schemas.openxmlformats.org/officeDocument/2006/relationships/image" Target="/ppt/media/image2.png" Id="R2e4a74cde86949e4" /><Relationship Type="http://schemas.openxmlformats.org/officeDocument/2006/relationships/notesSlide" Target="/ppt/notesSlides/notesSlide2.xml" Id="Ra9195fcc10cf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6d82861b24877" /><Relationship Type="http://schemas.openxmlformats.org/officeDocument/2006/relationships/image" Target="/ppt/media/image3.png" Id="Rcb6cf0eb8c6b4c31" /><Relationship Type="http://schemas.openxmlformats.org/officeDocument/2006/relationships/notesSlide" Target="/ppt/notesSlides/notesSlide3.xml" Id="Rd11c70aa4374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a8461ef6f4f3c" /><Relationship Type="http://schemas.openxmlformats.org/officeDocument/2006/relationships/notesSlide" Target="/ppt/notesSlides/notesSlide4.xml" Id="R0023653364eb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79c99981240e6" /><Relationship Type="http://schemas.openxmlformats.org/officeDocument/2006/relationships/notesSlide" Target="/ppt/notesSlides/notesSlide5.xml" Id="R2c1f8f7f83ce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ede1a1fa042d3" /><Relationship Type="http://schemas.openxmlformats.org/officeDocument/2006/relationships/notesSlide" Target="/ppt/notesSlides/notesSlide6.xml" Id="R6a7745e413b84b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29722-421A-4495-B874-7854864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67077-29A5-4FA9-AE54-E1850BC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4FFCD-703D-4A74-B10A-947E39C4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12F23-32BB-4799-82B7-BBF43CA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TRISHNA 3D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AEEB-6044-4EC5-97BF-90203D4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See the home</a:t>
            </a:r>
          </a:p>
          <a:p xmlns:a="http://schemas.openxmlformats.org/drawingml/2006/main">
            <a: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beyond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D2B4C-D64F-4BBF-AED0-3B83CFD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Turn architectural drawings into interactive 3D spaces.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30C6C-A98D-492A-A046-EC07C77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386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DC2F9-9662-43D5-B754-2E8AB07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24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browser-based architectural walkthrough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FD374-3004-46E5-82A6-26FDF72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For architects · project teams · future homeowners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3905-5F58-46C7-B047-9F43F74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484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DevDay Exchange Community Hackathon · Kochi · 2026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B2536-45C7-4CA2-A60B-CF1B1BF72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97570eb4047fe">
            <a:extLst>
              <a:ext uri="{96DAC541-7B7A-43D3-8B79-37D633B846F1}">
                <asvg:svgBlip xmlns:asvg="http://schemas.microsoft.com/office/drawing/2016/SVG/main" r:embed="Rbea83d3eabaf42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0" y="514350"/>
            <a:ext cx="5715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25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81B8E-4061-457C-9402-566FEDC4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F01D6-1671-4180-8E67-D450AB9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3AFC1-3A83-4C84-BBB4-EC30096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CAF04-A107-49BC-8CC2-A4C1263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flat plan leaves too much</a:t>
            </a:r>
          </a:p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for people to imagine.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292D-70B2-4A44-A59F-E98A15E8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509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drawing records measurements and layout, but people still have to picture the finished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EF67B-DCAD-45BF-91F5-F34ECD2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E2663-9ECB-4ABA-863E-DB6015F3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Will these rooms feel spacious?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7CC2C-8968-47AB-8C73-D33C7B6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15B98-E986-4F2C-8D7A-02FEE63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CIRCULATION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38212-FE29-42D6-9BE1-0AB455ED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How do the stairs connect each floor?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0E5A0-26BA-43AF-82D6-6B80AE8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E0149-00FF-4DEE-8661-2BD953F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91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8EBF2-CA86-4344-8E6D-FE50E23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What will it feel like to move through the home?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6AD4C-990E-4BC4-9971-9514B2E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C041E-E415-4924-BA67-E2CA3ED365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a74cde86949e4"/>
          <a:srcRect xmlns:a="http://schemas.openxmlformats.org/drawingml/2006/main" l="6818" t="0" r="6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38250"/>
            <a:ext cx="5429250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8C347-3C57-4534-973F-B7D2BBF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Sample plan · three levels · 10 m × 14 m</a:t>
            </a:r>
          </a:p>
        </p:txBody>
      </p:sp>
    </p:spTree>
    <p:extLst>
      <p:ext uri="{BB962C8B-B14F-4D97-AF65-F5344CB8AC3E}">
        <p14:creationId xmlns:p14="http://schemas.microsoft.com/office/powerpoint/2010/main" val="329754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210D7-0BF3-4EB5-A637-B69437E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A84B2-9557-4115-8EE7-BA45C82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E05BC-A195-4924-88C3-B1C30AC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6A2B4-69DB-4299-B4DF-7F84DD1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Upload a plan. Explore a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99963-13D5-4EF3-AA4D-CE6F711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Trishna 3D turns a drawing into a navigable model.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33D6D-0A37-4203-8758-FF3830EA2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cf0eb8c6b4c31"/>
          <a:srcRect xmlns:a="http://schemas.openxmlformats.org/drawingml/2006/main" l="0" t="20551" r="0" b="20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95525"/>
            <a:ext cx="3714750" cy="2457450"/>
          </a:xfrm>
          <a:prstGeom xmlns:a="http://schemas.openxmlformats.org/drawingml/2006/main" prst="roundRect">
            <a:avLst>
              <a:gd name="adj" fmla="val 54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4CE49-6E11-46E7-82D0-B91FCCB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F5439-0423-400B-8CE8-154A48DD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1A1F-BC7A-478E-98B8-2F80DAE8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A4BC2-1799-47B5-A206-AB1CE7B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908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PDF.js parses vector and raster plans in the browser.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3CDC7-D178-47BA-AD03-A4B223F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9E160-3CB8-4874-AA3B-AB143C1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INTERPRET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24EF8-E82D-4522-8C15-791D0962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Optional Gemini Vision helps analyze new uploads.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4714E-201B-4F7F-81FF-5E5B3172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EB68-64BB-4D9F-A7BC-48B7C21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RECONSTRUCT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B1EEB-C516-4517-B758-9456892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structured plan drives walls, floors, doors and stairs.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C2369-F676-44D2-B0DC-504C866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F514A-375C-462E-9964-63A344E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6DE41-316B-49CE-B70D-63183C65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96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Orbit the model or walk through connected levels.</a:t>
            </a:r>
          </a:p>
        </p:txBody>
      </p:sp>
    </p:spTree>
    <p:extLst>
      <p:ext uri="{BB962C8B-B14F-4D97-AF65-F5344CB8AC3E}">
        <p14:creationId xmlns:p14="http://schemas.microsoft.com/office/powerpoint/2010/main" val="300451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63AF7-DB5A-492C-8617-3BC98F6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35E3E-9ECA-4EA2-8802-B59671D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WHAT WORKS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847B5-CC64-4D02-A4B5-CE1765C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97D4-927B-4971-BFAD-80D8FB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working prototype—not just a mock-up.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AC518-7ADB-42DC-8853-C4DD71B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demo combines plan input, procedural assembly and live navigation.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7BBD0-05CA-4958-AF50-B947E8C8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52D9A-0737-44C5-9190-ED492B5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D477D-CF38-4C76-8374-2AA99035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PDF · PNG · JPG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315C-DE1B-43C6-A58B-ED15D6CD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Read vector or raster PDFs and image plans. Built-in sample plans run without an API key.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6267B-1D27-4B3E-BBBC-E337360B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9C0DC-E866-4DCA-B0E9-487DBC1C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05396-9BF1-4936-9D7C-AD69000C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10FB-40EF-468B-9F18-555C0B5C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7 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1D54E-5B9B-4776-9339-C1087C4C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Watch the model assemble from ground level up, with walls, floor slabs and a stair 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24E6-6402-46C6-B33C-5D8C74B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7C467-E22F-4FF4-A026-C7CB69F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CF06B-DF50-4293-B29E-B792616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9B021-4699-4C6D-875A-8FBA5C4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3 floors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5D102-A240-42F8-9543-1FA7511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Switch between orbit and first-person views; climb between floors and approach doors to open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EC3D7-E2CD-4E79-99EA-14F1936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A9968-BB24-498A-AE49-A760558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LIVE 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29B7E-3AB4-4848-A140-0EC320A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81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10 m × 14 m residence plan · progressive build · walkable stair connections</a:t>
            </a:r>
          </a:p>
        </p:txBody>
      </p:sp>
    </p:spTree>
    <p:extLst>
      <p:ext uri="{BB962C8B-B14F-4D97-AF65-F5344CB8AC3E}">
        <p14:creationId xmlns:p14="http://schemas.microsoft.com/office/powerpoint/2010/main" val="1398561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DE711-7086-4B47-9110-1A5F9CFF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4EB0-EAB4-48F0-A76D-5A45FB8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ED9D-2EC2-4C4C-A3D3-7153171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6142F-87B4-4D39-9E2C-5B506B6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Start with one home. Build toward more.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4E2A4-FD70-4391-9C20-31F4A81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Scale the capabilities in steps—and make the limits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062D4-39C5-4E86-957B-3DA28DC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24764-4A26-4329-90F9-96FE422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90AAE-7A80-4D18-839A-81661ED9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Browser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E65B9-37EE-40EF-9536-F4BDEE3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PDF, PNG and JPG inputs; local rendering; a built-in three-floor sample.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1ABB0-26ED-486F-A524-6FEE6CF6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0F755-3ECF-4BCE-92FE-9265405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D82C8-1051-4379-9446-0BB99A9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Broader interoperability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41E8F-B0AA-4263-A91D-3E76A55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DXF / IFC export is a roadmap item, not part of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250B-B0B9-4644-A87E-D0ACA9D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60729-54DE-4E65-AEDF-D3D1808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79E6A-15F0-4FF5-AD1E-1D18A3D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48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More immersive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6D769-CC66-4271-A824-90864F0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81550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WebXR headset walkthroughs are a future direction.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651F2-023A-4614-A365-D2EB304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54D44-6F06-45B0-9E8E-B34E7EF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What must scale too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19C44-0659-4F13-9B51-2EAA77AC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29275"/>
            <a:ext cx="881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Test varied drawings, improve extraction confidence and validate performance on more devices.</a:t>
            </a:r>
          </a:p>
        </p:txBody>
      </p:sp>
    </p:spTree>
    <p:extLst>
      <p:ext uri="{BB962C8B-B14F-4D97-AF65-F5344CB8AC3E}">
        <p14:creationId xmlns:p14="http://schemas.microsoft.com/office/powerpoint/2010/main" val="306564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3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CFDBC-E19C-4E3F-9364-3122DFFD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0C71E-142A-4E5F-9CCE-43F5688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SUSTAINABILITY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9575A-F877-475B-957F-A14BBCC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04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Better spatial decisions,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earlier in the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B00BE-E755-4106-B927-281B0C03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5E5D8"/>
                </a:solidFill>
                <a:latin typeface="Calibri"/>
                <a:ea typeface="Calibri"/>
                <a:cs typeface="Calibri"/>
              </a:rPr>
              <a:t>A walkthrough can support clearer design conversations before construction.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3F6A5-7D3E-4A38-81CD-AAA19774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EDBD7-E04A-4BFD-A981-44487D5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71819-512F-43AC-A773-D8B589D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Spot circulation or room-layout questions while options are still open.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C5093-CB2E-4036-A4C4-532C93C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4335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03E66-419B-452B-A676-3CE45B5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SHARED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C2032-1B52-4357-90CC-AB432EC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Give clients and project teams a common view to discuss.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9BE5E-A37A-4D3D-BC21-7E529AF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C59D7-6F0B-4A5C-84C2-CDDF8EEB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DIGITAL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739FB-C664-4874-AAC7-EDA961DD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Built-in samples run in the browser without a cloud-rendering queue.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95394-39C9-4031-AF9E-C6C14E1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52550"/>
            <a:ext cx="45148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21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5B41-468D-4EAA-8CDD-DCBA6E3B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A PRACTICAL</a:t>
            </a:r>
          </a:p>
          <a:p xmlns:a="http://schemas.openxmlformats.org/drawingml/2006/main">
            <a: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OPPORTUNITY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9EC11-4A0C-4711-A214-AF63B0D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62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4CFA3-F095-43C2-BA24-62246CB0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4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B7C22-27D4-450B-A5D7-831D02E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14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VISUALIZE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67AEC-1E16-4364-A4C8-6063B6B5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43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Walk through the proposed layout.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4712A-831B-4776-B9D1-A47392D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76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5CA0E-60F8-4550-AC02-A02520CD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DISCUSS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13380-CDCA-4203-9ECE-4DF6AF6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 questions in one 3D 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BA6E1-98E7-49F4-B367-C9CA934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38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C536D-E862-42EB-84E2-D58E460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3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REVIEW EARLY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65BFF-2650-4F73-A51F-74DC033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672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Consider changes before construction.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42031-50F2-42D1-9A9D-542D415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857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Prototype does not calculate material use, carbon, or device energy.</a:t>
            </a:r>
          </a:p>
        </p:txBody>
      </p:sp>
    </p:spTree>
    <p:extLst>
      <p:ext uri="{BB962C8B-B14F-4D97-AF65-F5344CB8AC3E}">
        <p14:creationId xmlns:p14="http://schemas.microsoft.com/office/powerpoint/2010/main" val="610019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2026-10-11T03:32:05.3480000Z</dcterms:created>
  <dcterms:modified xsi:type="dcterms:W3CDTF">2026-10-11T03:32:05.3480000Z</dcterms:modified>
</coreProperties>
</file>