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74843100b54328" /><Relationship Type="http://schemas.openxmlformats.org/officeDocument/2006/relationships/extended-properties" Target="/docProps/app.xml" Id="Rbda554c336524ae0" /><Relationship Type="http://schemas.openxmlformats.org/officeDocument/2006/relationships/officeDocument" Target="/ppt/presentation.xml" Id="R1e8d16c6c3ba4a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613db30aeb4aeb"/>
  </p:sldMasterIdLst>
  <p:notesMasterIdLst>
    <p:notesMasterId xmlns:r="http://schemas.openxmlformats.org/officeDocument/2006/relationships" r:id="R79d4d4eec4a2498f"/>
  </p:notesMasterIdLst>
  <p:sldIdLst>
    <p:sldId xmlns:r="http://schemas.openxmlformats.org/officeDocument/2006/relationships" id="256" r:id="R6c7bc022db9d40d5"/>
    <p:sldId xmlns:r="http://schemas.openxmlformats.org/officeDocument/2006/relationships" id="257" r:id="R55e0cfdce12e47d3"/>
    <p:sldId xmlns:r="http://schemas.openxmlformats.org/officeDocument/2006/relationships" id="258" r:id="Rd7b1b25771ed44df"/>
    <p:sldId xmlns:r="http://schemas.openxmlformats.org/officeDocument/2006/relationships" id="259" r:id="R5a91f32f212c48cd"/>
    <p:sldId xmlns:r="http://schemas.openxmlformats.org/officeDocument/2006/relationships" id="260" r:id="Rc0566bafffac4d40"/>
    <p:sldId xmlns:r="http://schemas.openxmlformats.org/officeDocument/2006/relationships" id="261" r:id="R3a2b95c65a804397"/>
    <p:sldId xmlns:r="http://schemas.openxmlformats.org/officeDocument/2006/relationships" id="262" r:id="Rb65080e5bf9e46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d1456ebeaa4931" /><Relationship Type="http://schemas.openxmlformats.org/officeDocument/2006/relationships/slideMaster" Target="/ppt/slideMasters/slideMaster1.xml" Id="Rd9613db30aeb4aeb" /><Relationship Type="http://schemas.openxmlformats.org/officeDocument/2006/relationships/notesMaster" Target="/ppt/notesMasters/notesMaster1.xml" Id="R79d4d4eec4a2498f" /><Relationship Type="http://schemas.openxmlformats.org/officeDocument/2006/relationships/presProps" Target="/ppt/presProps.xml" Id="R1ccf9f8bf9f24953" /><Relationship Type="http://schemas.openxmlformats.org/officeDocument/2006/relationships/tableStyles" Target="/ppt/tableStyles.xml" Id="R92556486ce004b52" /><Relationship Type="http://schemas.openxmlformats.org/officeDocument/2006/relationships/slide" Target="/ppt/slides/slide1.xml" Id="R6c7bc022db9d40d5" /><Relationship Type="http://schemas.openxmlformats.org/officeDocument/2006/relationships/slide" Target="/ppt/slides/slide2.xml" Id="R55e0cfdce12e47d3" /><Relationship Type="http://schemas.openxmlformats.org/officeDocument/2006/relationships/slide" Target="/ppt/slides/slide3.xml" Id="Rd7b1b25771ed44df" /><Relationship Type="http://schemas.openxmlformats.org/officeDocument/2006/relationships/slide" Target="/ppt/slides/slide4.xml" Id="R5a91f32f212c48cd" /><Relationship Type="http://schemas.openxmlformats.org/officeDocument/2006/relationships/slide" Target="/ppt/slides/slide5.xml" Id="Rc0566bafffac4d40" /><Relationship Type="http://schemas.openxmlformats.org/officeDocument/2006/relationships/slide" Target="/ppt/slides/slide6.xml" Id="R3a2b95c65a804397" /><Relationship Type="http://schemas.openxmlformats.org/officeDocument/2006/relationships/slide" Target="/ppt/slides/slide7.xml" Id="Rb65080e5bf9e46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187857833242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0f4039afdb41cf" /><Relationship Type="http://schemas.openxmlformats.org/officeDocument/2006/relationships/notesMaster" Target="/ppt/notesMasters/notesMaster1.xml" Id="Rd224c1e6a2f843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dc2f596c734ede" /><Relationship Type="http://schemas.openxmlformats.org/officeDocument/2006/relationships/notesMaster" Target="/ppt/notesMasters/notesMaster1.xml" Id="Ra55d26099ba64a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1500aea16a4ee3" /><Relationship Type="http://schemas.openxmlformats.org/officeDocument/2006/relationships/notesMaster" Target="/ppt/notesMasters/notesMaster1.xml" Id="Rd1abdfc9fc3149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1bcae172f94c69" /><Relationship Type="http://schemas.openxmlformats.org/officeDocument/2006/relationships/notesMaster" Target="/ppt/notesMasters/notesMaster1.xml" Id="Rf744b48cfcb140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48ca0aa7b744fa" /><Relationship Type="http://schemas.openxmlformats.org/officeDocument/2006/relationships/notesMaster" Target="/ppt/notesMasters/notesMaster1.xml" Id="R2ad512cfea5848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23c277c4ee4bb0" /><Relationship Type="http://schemas.openxmlformats.org/officeDocument/2006/relationships/notesMaster" Target="/ppt/notesMasters/notesMaster1.xml" Id="R8e6870896c5f42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275680103b457e" /><Relationship Type="http://schemas.openxmlformats.org/officeDocument/2006/relationships/notesMaster" Target="/ppt/notesMasters/notesMaster1.xml" Id="R6931c076388a42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user journey: a person can read a floor plan but cannot easily feel the spaces. Trishna 3D turns that drawing into a model people can inspect and walk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sample drawing contains three floors and a 10 by 14 metre footprint. A static view captures layout, but not the experience of moving through the home.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public/extracted.png; public/three-floor-residence-drawing.pdf;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experience as three actions: upload, generate a spatial model, then explore it in orbit or first-person modes. Live Vision parsing can use Gemini; built-in sample models work without an API key.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src/utils/parseFloorPlanPdf.ts; src/utils/geminiPlanAnalyzer.ts;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browser pipeline. PDF.js handles document parsing. Gemini is an optional service for live vision analysis of custom uploads; built-in samples allow an offline walkthrough.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src/utils/parseFloorPlanPdf.ts; src/utils/geminiPlanAnalyzer.ts;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live demo to show the progressive build, then switch to first-person and climb the connected stairs. The seven-second duration belongs to the bundled residence build animation.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src/components/BuildingViewer3D.tsx; src/data/sampleResidencePlan.ts; SUBMISSION.md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system is a web app: React and TypeScript coordinate the user experience, PDF.js parses documents, Gemini vision is optional, and Three.js renders the navigable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package.json; src/utils/parseFloorPlanPdf.ts; src/utils/geminiPlanAnalyzer.ts;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what changes for the audience: people can understand the space before construction begins. Invite the judges to try the live local demo and climb between levels.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README.md; SUBMISSION.md; src/components/BuildingViewer3D.tsx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4e22f10934a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9f8490eca64f4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edb2c8cd548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143b463c846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4110d04c7482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aad7f77384f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C1683E-BC9D-429D-B365-982B914A6C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59B6EA-A852-43DA-AF8B-1D4EF9EB9E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3C62B44-8C36-4F1C-A912-DEB5EE733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F8FEA4-92CB-4E78-8F10-414B6DCB9E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78A565-0BA2-4B7F-8DA4-0596F9E391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584F20-338F-4CC9-A29B-AAFED16EBC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E2DE08-094A-4E39-B3F8-A6F1037B4F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683FCA2-4C36-456D-B46C-1CBC7C2EBA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0A9B08-948C-4283-A752-42B2BE8641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A6B71F-3BE8-4CDF-8B5C-6218988641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cb691065d348d9" /><Relationship Type="http://schemas.openxmlformats.org/officeDocument/2006/relationships/slideLayout" Target="/ppt/slideLayouts/slideLayout1.xml" Id="Red326f14efcc4dff" /><Relationship Type="http://schemas.openxmlformats.org/officeDocument/2006/relationships/slideLayout" Target="/ppt/slideLayouts/slideLayout2.xml" Id="R44bb59567b0c4bed" /><Relationship Type="http://schemas.openxmlformats.org/officeDocument/2006/relationships/slideLayout" Target="/ppt/slideLayouts/slideLayout3.xml" Id="R08849c9d66814bcd" /><Relationship Type="http://schemas.openxmlformats.org/officeDocument/2006/relationships/slideLayout" Target="/ppt/slideLayouts/slideLayout4.xml" Id="Rd6e28b1e93ab4725" /><Relationship Type="http://schemas.openxmlformats.org/officeDocument/2006/relationships/slideLayout" Target="/ppt/slideLayouts/slideLayout5.xml" Id="R9dec1ed9faa54f61" /><Relationship Type="http://schemas.openxmlformats.org/officeDocument/2006/relationships/slideLayout" Target="/ppt/slideLayouts/slideLayout6.xml" Id="R227e4ef526c84f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326f14efcc4dff"/>
    <p:sldLayoutId xmlns:r="http://schemas.openxmlformats.org/officeDocument/2006/relationships" id="2147483650" r:id="R44bb59567b0c4bed"/>
    <p:sldLayoutId xmlns:r="http://schemas.openxmlformats.org/officeDocument/2006/relationships" id="2147483651" r:id="R08849c9d66814bcd"/>
    <p:sldLayoutId xmlns:r="http://schemas.openxmlformats.org/officeDocument/2006/relationships" id="2147483652" r:id="Rd6e28b1e93ab4725"/>
    <p:sldLayoutId xmlns:r="http://schemas.openxmlformats.org/officeDocument/2006/relationships" id="2147483653" r:id="R9dec1ed9faa54f61"/>
    <p:sldLayoutId xmlns:r="http://schemas.openxmlformats.org/officeDocument/2006/relationships" id="2147483654" r:id="R227e4ef526c84f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7d5cdca42e4aed" /><Relationship Type="http://schemas.openxmlformats.org/officeDocument/2006/relationships/image" Target="/ppt/media/image.png" Id="Rb12536479f9c4bcf" /><Relationship Type="http://schemas.openxmlformats.org/officeDocument/2006/relationships/image" Target="/ppt/media/image.svg" Id="Reed2ab4f2f734690" /><Relationship Type="http://schemas.openxmlformats.org/officeDocument/2006/relationships/notesSlide" Target="/ppt/notesSlides/notesSlide1.xml" Id="Rd87d60f222754f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0d2b7215c4d9e" /><Relationship Type="http://schemas.openxmlformats.org/officeDocument/2006/relationships/image" Target="/ppt/media/image2.png" Id="R10663fad43ce42e5" /><Relationship Type="http://schemas.openxmlformats.org/officeDocument/2006/relationships/notesSlide" Target="/ppt/notesSlides/notesSlide2.xml" Id="Rb90298607a204f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473022d9b4c80" /><Relationship Type="http://schemas.openxmlformats.org/officeDocument/2006/relationships/image" Target="/ppt/media/image3.png" Id="Reb4d5812975a4c95" /><Relationship Type="http://schemas.openxmlformats.org/officeDocument/2006/relationships/image" Target="/ppt/media/image4.png" Id="R5745c8d8a7154044" /><Relationship Type="http://schemas.openxmlformats.org/officeDocument/2006/relationships/image" Target="/ppt/media/image2.svg" Id="R3fc28d603c9e42f2" /><Relationship Type="http://schemas.openxmlformats.org/officeDocument/2006/relationships/notesSlide" Target="/ppt/notesSlides/notesSlide3.xml" Id="Rac197dd2420b47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2bb242ed042bb" /><Relationship Type="http://schemas.openxmlformats.org/officeDocument/2006/relationships/notesSlide" Target="/ppt/notesSlides/notesSlide4.xml" Id="Rff5996771cda40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684a275b94e74" /><Relationship Type="http://schemas.openxmlformats.org/officeDocument/2006/relationships/image" Target="/ppt/media/image5.png" Id="R3e6eecc0a0984a0f" /><Relationship Type="http://schemas.openxmlformats.org/officeDocument/2006/relationships/image" Target="/ppt/media/image3.svg" Id="R0f657b2bc684429b" /><Relationship Type="http://schemas.openxmlformats.org/officeDocument/2006/relationships/notesSlide" Target="/ppt/notesSlides/notesSlide5.xml" Id="R22ff56f46bb546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dedfcf12ea4aad" /><Relationship Type="http://schemas.openxmlformats.org/officeDocument/2006/relationships/notesSlide" Target="/ppt/notesSlides/notesSlide6.xml" Id="R98cca8d27de349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d6d3b3b7c04522" /><Relationship Type="http://schemas.openxmlformats.org/officeDocument/2006/relationships/image" Target="/ppt/media/image6.png" Id="R97f1ad0f3e004a81" /><Relationship Type="http://schemas.openxmlformats.org/officeDocument/2006/relationships/image" Target="/ppt/media/image4.svg" Id="Rec213001b3c74c96" /><Relationship Type="http://schemas.openxmlformats.org/officeDocument/2006/relationships/notesSlide" Target="/ppt/notesSlides/notesSlide7.xml" Id="Rb5f2b56f054647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D35FF-DD28-4A8E-86D2-4409B5D7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70CF3-0B6C-4E7A-8F03-D8756066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5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B503F-B383-442F-B5E4-A749B67D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9E872-F04D-42A7-BD72-0F51E5D5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TRISHNA 3D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62761-19E4-48B9-AD0C-5F64D31D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619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From floor plan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0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to walkable home.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12B6D-0057-4FDA-8AC9-CDB3E85B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487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Turn a drawing into a space people can explore.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66ECF-1DC0-4EE8-AD2A-524BDD3F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2FD38-9537-43E1-85A8-26483FAD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A browser-based 3D reconstruction studio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4EAA0-3210-4CE2-80E4-937BF122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720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PDF or image in. Interactive multi-storey model 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45137-CDA4-4A32-A6DD-7431EBBB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674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DevDay Exchange Community Hackathon · Kochi · 2026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7571C-2AD2-4DFE-80D4-4C1B1AF344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536479f9c4bcf">
            <a:extLst>
              <a:ext uri="{96DAC541-7B7A-43D3-8B79-37D633B846F1}">
                <asvg:svgBlip xmlns:asvg="http://schemas.microsoft.com/office/drawing/2016/SVG/main" r:embed="Reed2ab4f2f7346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9750" y="495300"/>
            <a:ext cx="619125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58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B9E0F-A21D-42E6-9C31-C7101F57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3551C-3B26-4EF9-973A-4DB7E7F9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THE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6D3DE-4729-41B0-94FA-E268CBF2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AEBF2-551A-4220-B712-A51180F6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A plan shows rooms.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It hides the feeling of 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C8D1C-C9C9-423E-A657-F3F9CFB1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561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Flat drawings leave people to imagine depth, movement and how floors connect.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BD6EE-F6A8-4E61-A7F6-748206D24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63fad43ce42e5"/>
          <a:srcRect xmlns:a="http://schemas.openxmlformats.org/drawingml/2006/main" l="13830" t="0" r="138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885825"/>
            <a:ext cx="485775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92C4E-2FA5-4252-8BB7-AFE3983D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38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79AC4-526F-44AF-99C5-A2DF4605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DEPTH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0B44E-D596-4BA7-95A3-493084AA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347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How tall are the walls?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C05BB-0B09-49E3-9781-7473BF8D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2425"/>
            <a:ext cx="38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DD0985-D439-448D-992F-5C74A6F3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B1E5F-E54B-4E37-9F4E-DAEB87AF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347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Can I move between floors?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CE99F-4456-4A11-9BBB-C745E48B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38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ED56D-7498-45B1-8669-21C51444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5001E-5883-4E3E-B9B2-0B285B3B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3810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How will it feel to live here?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CC571-BAC7-46F7-BCBA-37D1C1FC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2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A three-level home plan · 10 m × 14 m footprint</a:t>
            </a:r>
          </a:p>
        </p:txBody>
      </p:sp>
    </p:spTree>
    <p:extLst>
      <p:ext uri="{BB962C8B-B14F-4D97-AF65-F5344CB8AC3E}">
        <p14:creationId xmlns:p14="http://schemas.microsoft.com/office/powerpoint/2010/main" val="1775166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57BA7-BEF6-42A2-830D-F32F7F70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48835-1712-47ED-9C2E-B20BD72A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THE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C53D4-E44E-4E90-AB1A-EB665B46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B0EED-6745-4700-86F9-295A33EF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Make the plan something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people can step into.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132A2-BF9B-4DD6-B203-E77E2C19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One flow, from architectural drawing to interactive 3D.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723AF-58D8-46F6-8697-981A22A3FC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d5812975a4c95"/>
          <a:srcRect xmlns:a="http://schemas.openxmlformats.org/drawingml/2006/main" l="0" t="19542" r="0" b="19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" y="2943225"/>
            <a:ext cx="36195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B5A40-A92B-48F1-A2C8-09DF0040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742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8E587-B582-4950-AC8D-303C666BEF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5c8d8a7154044">
            <a:extLst>
              <a:ext uri="{96DAC541-7B7A-43D3-8B79-37D633B846F1}">
                <asvg:svgBlip xmlns:asvg="http://schemas.microsoft.com/office/drawing/2016/SVG/main" r:embed="R3fc28d603c9e42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34000" y="2724150"/>
            <a:ext cx="3571875" cy="28765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FBF58-9065-49F6-9FFE-48612F44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19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A6DEC-5DE4-472B-98AA-7CB745F4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E73EC-D7EE-44C6-83E3-9FC31D89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7182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1682A-5487-46A3-BEF8-EA0EF82E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528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Upload a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9A339-92FD-4622-9A93-B9F4AB13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14775"/>
            <a:ext cx="232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PDF, PNG or JPG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316E5-E655-44F1-BBB5-7014A4A8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957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7B054-A2E3-412C-8684-4EAD77A3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52925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EXPLORE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33882-7F86-49AE-94AE-38D82E9C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339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Move through 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F9BFE-8CEB-493B-8AD4-446A0D9D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95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Orbit or walk between floors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A092E-209E-4301-9FD9-A6CAE709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From a drawing to a place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1513793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B742A5-E8D0-4547-8608-17D99A8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3FCC6-CEF9-48D9-BB14-C1288C4A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8CD2D-DB41-4C74-8916-3DDFDD58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BF65E-1832-4BAD-9F72-69FA31A4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From pixels to a navigable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1D886-8F20-4E44-AD1B-2004B31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Four focused steps keep the journey understandable.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A5613-B399-4EE2-A863-BA1D43C9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38496-F8A1-4346-A3C3-7B829061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C63B6-36D9-454B-A518-34973D1F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962E1-8781-4C3B-AAAA-E96AC34C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957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PDF.js reads vector and raster plan files in the browser.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10F2A7-0EC5-42B1-AB13-EFA87550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PDF.js · browser parsing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18519-84C1-4526-879F-CB2ECC09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384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42FFE-70F7-485B-90AC-E1CFA430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CBD89-1B11-42E3-86C4-3AB2D4F7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10DC0-BE3A-4227-B5E7-C7BA5E2D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71850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Interpret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519FA8-69C9-4874-94E1-85E7663B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957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Room labels, dimensions and openings become structured plan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3A001-CC06-4914-B5C8-05ADCC7E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19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Gemini Vision · optional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30642-2012-4F3F-B269-85082A56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384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784BD-B03F-4DFE-8C17-E10CCB01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077C1-9F69-4E1F-A945-81BD1F45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D2580-45AD-4868-897A-178BAC68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1A46D-6CD9-46FB-83FF-7446F74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957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Three.js assembles walls, slabs, doors and connected levels.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C7C80-9153-458E-BE55-9D55BE2A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TypeScript · Three.js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B7207-7CB2-4478-8ACF-3BC932B7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384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AF6729-7EB7-4C1A-B8CB-2D7AE164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765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27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7D042-B65E-4A22-AB4C-CA561AB8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051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A2E25-5614-4A0F-96A2-20082EFA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371850"/>
            <a:ext cx="209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Explore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49C76B-A939-4DBE-81E4-2C9B50B3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895725"/>
            <a:ext cx="214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Orbit the model or walk through the rooms and stairs.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538A9-7995-45D2-928D-FEC68A89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219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Orbit · first-person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B7C446-9643-4103-987A-FD6758A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150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89756-161E-4D3A-867E-FF84F7C2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05525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The sample home runs locally; live analysis of new uploads needs a Gemini API key.</a:t>
            </a:r>
          </a:p>
        </p:txBody>
      </p:sp>
    </p:spTree>
    <p:extLst>
      <p:ext uri="{BB962C8B-B14F-4D97-AF65-F5344CB8AC3E}">
        <p14:creationId xmlns:p14="http://schemas.microsoft.com/office/powerpoint/2010/main" val="1071994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BFBE3-6CD1-4BF2-9CE1-601BA08D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B41CC-8DAF-4A64-8746-29D89405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THE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EB568-FF04-45CB-92C7-B9A36231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2BE20-9D8D-499D-A11E-09D0282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Watch it rise. Then walk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12FFF-BDC6-4BF1-A32C-E7714B24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The model is not a still render: it assembles level by level and stays interactive.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74581-D279-4480-B2A8-CCF4B2E8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53721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5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3CB0E-7445-408C-8DEE-7579D29983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eecc0a0984a0f">
            <a:extLst>
              <a:ext uri="{96DAC541-7B7A-43D3-8B79-37D633B846F1}">
                <asvg:svgBlip xmlns:asvg="http://schemas.microsoft.com/office/drawing/2016/SVG/main" r:embed="R0f657b2bc68442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2171700"/>
            <a:ext cx="495300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DBD0D-6122-44D5-9BC0-7038F331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67375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01 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C245D-3EA7-4691-BED6-AE90FCF3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4610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Ground → first → second → terrace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5B7E5-021F-48AF-AD58-40075940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24125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02  WALK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FAE57-EBCA-47EE-8469-09AFF917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Follow the stairs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5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through all three levels.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A5B3D-D956-45D4-8232-F97A6CBB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76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First-person movement, orbit view and doors that open as you approach make the layout easier to read.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00A4C-E420-4396-A299-CAFA97EF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48275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ABEA9-268C-4DDA-82AD-B3B7505E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76875"/>
            <a:ext cx="1524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DEMO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0FC9F-FB87-4362-8D5B-B70E4A80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53100"/>
            <a:ext cx="4610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9332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9332A"/>
                </a:solidFill>
                <a:latin typeface="Calibri"/>
                <a:ea typeface="Calibri"/>
                <a:cs typeface="Calibri"/>
              </a:rPr>
              <a:t>10 m × 14 m · 3 floors · 7-second build</a:t>
            </a:r>
          </a:p>
        </p:txBody>
      </p:sp>
    </p:spTree>
    <p:extLst>
      <p:ext uri="{BB962C8B-B14F-4D97-AF65-F5344CB8AC3E}">
        <p14:creationId xmlns:p14="http://schemas.microsoft.com/office/powerpoint/2010/main" val="4024637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C997A-F35B-44C0-90D4-7C42BCE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7E6FA-DBDC-4DE2-B31F-A37F132A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BUILT FOR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806DC-B39E-423E-BA39-F658BFB2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3F6B5-20F8-4937-A9C8-8CB64B5D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191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A lightweight studio,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with a real 3D engine.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03303-45A2-4618-90BD-6ACF6140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No cloud render queue between the drawing and the walkthrough.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0B63E-94D5-4EDB-84C7-878229EA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52500"/>
            <a:ext cx="4714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08990-927B-4F5B-8DEE-BA9B548A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13347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AFD87-777D-4B40-9734-8675DAFC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19225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React 18 + TypeScript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BCA94-5E7B-4788-8EF5-97C7CB8A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85925"/>
            <a:ext cx="421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Upload · inspect ·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A7D79-79C7-4B3A-8445-7F24CBEA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714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BA6AC-8C5D-49C5-BAD6-A30E5D03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288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PLAN UNDERSTANDING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3E41F-025D-4381-AE88-2F5C5D0D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1460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PDF.js + optional Gemini 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0E660-6CC2-4BE7-8EB0-B14DC1E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71775"/>
            <a:ext cx="421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Read drawings · extract spatial cues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D95C5-3611-4736-804B-F2C69B2A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714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398CE-C2BD-479B-81CB-47868012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242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SPATIAL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77F25-9E2F-48E5-A6E3-9AA3B720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09975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TypeScript plan schema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5DCD9-8A33-4F6E-AAF2-9F371CE4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67150"/>
            <a:ext cx="421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Room boundaries · levels · openings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A511D-48C9-473B-A060-352D9483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38625"/>
            <a:ext cx="4714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2F56F-6488-4FC6-820A-96E04DA9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19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A8C9B0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A8C9B0"/>
                </a:solidFill>
                <a:latin typeface="Calibri"/>
                <a:ea typeface="Calibri"/>
                <a:cs typeface="Calibri"/>
              </a:rPr>
              <a:t>REAL-TIME EXPERIENCE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C2572-153E-4F82-AB7A-E9183779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05350"/>
            <a:ext cx="421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Three.js + WebGL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BF2F3-0235-4554-91E9-86AE33FF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62525"/>
            <a:ext cx="421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D5E5D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D5E5D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D5E5D8"/>
                </a:solidFill>
                <a:latin typeface="Calibri"/>
                <a:ea typeface="Calibri"/>
                <a:cs typeface="Calibri"/>
              </a:rPr>
              <a:t>Procedural geometry · navigation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BAFEA-CAF3-4ADD-9295-E1C126B4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85950"/>
            <a:ext cx="3238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4DBFE-4499-4E38-A1CB-641F12FB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81325"/>
            <a:ext cx="3238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7EEDD-B6B6-4FDE-BEE1-187524A1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76700"/>
            <a:ext cx="3238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C6F9E-B6DE-467B-9107-C5345819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E9795B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E9795B"/>
                </a:solidFill>
                <a:latin typeface="Calibri"/>
                <a:ea typeface="Calibri"/>
                <a:cs typeface="Calibri"/>
              </a:rPr>
              <a:t>RENDER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C943D4-2836-42CF-83BA-F50599A2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53B2E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53B2E"/>
                </a:solidFill>
                <a:latin typeface="Calibri"/>
                <a:ea typeface="Calibri"/>
                <a:cs typeface="Calibri"/>
              </a:rPr>
              <a:t>WebGL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1D1FC-B440-4667-A6DD-647BD745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C6B50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2C6B50"/>
                </a:solidFill>
                <a:latin typeface="Calibri"/>
                <a:ea typeface="Calibri"/>
                <a:cs typeface="Calibri"/>
              </a:rPr>
              <a:t>ASSEMBLE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DC2F90-B7DB-4828-90BD-044E6CC3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60756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0756A"/>
                </a:solidFill>
                <a:latin typeface="Calibri"/>
                <a:ea typeface="Calibri"/>
                <a:cs typeface="Calibri"/>
              </a:rPr>
              <a:t>Walls, floors, openings and stairs are generated from the plan structure.</a:t>
            </a:r>
          </a:p>
        </p:txBody>
      </p:sp>
    </p:spTree>
    <p:extLst>
      <p:ext uri="{BB962C8B-B14F-4D97-AF65-F5344CB8AC3E}">
        <p14:creationId xmlns:p14="http://schemas.microsoft.com/office/powerpoint/2010/main" val="11390379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3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1F60D-53E1-4C76-9AD4-3DBE3A86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F3DD9-9788-4F33-98FF-05B66CFF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295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B9D1B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B9D1B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9D1BF"/>
                </a:solidFill>
                <a:latin typeface="Calibri"/>
                <a:ea typeface="Calibri"/>
                <a:cs typeface="Calibri"/>
              </a:rPr>
              <a:t>TRISHNA 3D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ADD9D-E209-4825-A413-BCBBBD09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657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5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Let people experience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5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space before it exists.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0E05F-D07E-451D-AA29-7E05C82A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595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D3E2D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D3E2D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D3E2D6"/>
                </a:solidFill>
                <a:latin typeface="Calibri"/>
                <a:ea typeface="Calibri"/>
                <a:cs typeface="Calibri"/>
              </a:rPr>
              <a:t>A 2D home plan becomes a multi-storey place to explore.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0D26A-F336-4997-956E-50598277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6FB51-E940-4E25-BE39-27D30178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400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the live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1350A-A17D-4D0D-A698-258B1A18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9D1B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B9D1B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B9D1BF"/>
                </a:solidFill>
                <a:latin typeface="Calibri"/>
                <a:ea typeface="Calibri"/>
                <a:cs typeface="Calibri"/>
              </a:rPr>
              <a:t>github.com/Deonjohny/Trishna-3D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80218-2EFC-435A-9557-67C950B6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790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B9D1B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9D1BF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B9D1BF"/>
                </a:solidFill>
                <a:latin typeface="Calibri"/>
                <a:ea typeface="Calibri"/>
                <a:cs typeface="Calibri"/>
              </a:rPr>
              <a:t>Prototype built at DevDay Exchange Community Hackathon · Kochi · 11 Oct 2026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BAA58-14E9-4C05-90B4-C2C6A808FB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1ad0f3e004a81">
            <a:extLst>
              <a:ext uri="{96DAC541-7B7A-43D3-8B79-37D633B846F1}">
                <asvg:svgBlip xmlns:asvg="http://schemas.microsoft.com/office/drawing/2016/SVG/main" r:embed="Rec213001b3c74c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29400" y="771525"/>
            <a:ext cx="5048250" cy="502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52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2026-10-11T03:14:12.7650000Z</dcterms:created>
  <dcterms:modified xsi:type="dcterms:W3CDTF">2026-10-11T03:14:12.7650000Z</dcterms:modified>
</coreProperties>
</file>