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77cf03aa004c4a" /><Relationship Type="http://schemas.openxmlformats.org/officeDocument/2006/relationships/extended-properties" Target="/docProps/app.xml" Id="R28177b86e838456e" /><Relationship Type="http://schemas.openxmlformats.org/officeDocument/2006/relationships/officeDocument" Target="/ppt/presentation.xml" Id="R0a95273dc2fe4c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6a2b10c7924b86"/>
  </p:sldMasterIdLst>
  <p:notesMasterIdLst>
    <p:notesMasterId xmlns:r="http://schemas.openxmlformats.org/officeDocument/2006/relationships" r:id="R3eced43bc8374478"/>
  </p:notesMasterIdLst>
  <p:sldIdLst>
    <p:sldId xmlns:r="http://schemas.openxmlformats.org/officeDocument/2006/relationships" id="256" r:id="R7e13d094800948a8"/>
    <p:sldId xmlns:r="http://schemas.openxmlformats.org/officeDocument/2006/relationships" id="257" r:id="R38cf708bcedd406c"/>
    <p:sldId xmlns:r="http://schemas.openxmlformats.org/officeDocument/2006/relationships" id="258" r:id="R88207dcf0f3f4ad3"/>
    <p:sldId xmlns:r="http://schemas.openxmlformats.org/officeDocument/2006/relationships" id="259" r:id="Recf7db76bc774e25"/>
    <p:sldId xmlns:r="http://schemas.openxmlformats.org/officeDocument/2006/relationships" id="260" r:id="R58825fd221e74f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a1e6cf78694e86" /><Relationship Type="http://schemas.openxmlformats.org/officeDocument/2006/relationships/slideMaster" Target="/ppt/slideMasters/slideMaster1.xml" Id="R166a2b10c7924b86" /><Relationship Type="http://schemas.openxmlformats.org/officeDocument/2006/relationships/notesMaster" Target="/ppt/notesMasters/notesMaster1.xml" Id="R3eced43bc8374478" /><Relationship Type="http://schemas.openxmlformats.org/officeDocument/2006/relationships/presProps" Target="/ppt/presProps.xml" Id="Rbcf7ff1c381445c1" /><Relationship Type="http://schemas.openxmlformats.org/officeDocument/2006/relationships/tableStyles" Target="/ppt/tableStyles.xml" Id="Rc50f3bbd3f7b4adb" /><Relationship Type="http://schemas.openxmlformats.org/officeDocument/2006/relationships/slide" Target="/ppt/slides/slide1.xml" Id="R7e13d094800948a8" /><Relationship Type="http://schemas.openxmlformats.org/officeDocument/2006/relationships/slide" Target="/ppt/slides/slide2.xml" Id="R38cf708bcedd406c" /><Relationship Type="http://schemas.openxmlformats.org/officeDocument/2006/relationships/slide" Target="/ppt/slides/slide3.xml" Id="R88207dcf0f3f4ad3" /><Relationship Type="http://schemas.openxmlformats.org/officeDocument/2006/relationships/slide" Target="/ppt/slides/slide4.xml" Id="Recf7db76bc774e25" /><Relationship Type="http://schemas.openxmlformats.org/officeDocument/2006/relationships/slide" Target="/ppt/slides/slide5.xml" Id="R58825fd221e74f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c2ca1bc50a49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75720a4087416a" /><Relationship Type="http://schemas.openxmlformats.org/officeDocument/2006/relationships/notesMaster" Target="/ppt/notesMasters/notesMaster1.xml" Id="R56d7d33b8e684b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e7edcb8de44f8a" /><Relationship Type="http://schemas.openxmlformats.org/officeDocument/2006/relationships/notesMaster" Target="/ppt/notesMasters/notesMaster1.xml" Id="R72e61e42f5cf46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3f27a22b3e47c2" /><Relationship Type="http://schemas.openxmlformats.org/officeDocument/2006/relationships/notesMaster" Target="/ppt/notesMasters/notesMaster1.xml" Id="R833c2bb8785546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4068b1c1de4877" /><Relationship Type="http://schemas.openxmlformats.org/officeDocument/2006/relationships/notesMaster" Target="/ppt/notesMasters/notesMaster1.xml" Id="R094f53eaea7846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2d9a003246417d" /><Relationship Type="http://schemas.openxmlformats.org/officeDocument/2006/relationships/notesMaster" Target="/ppt/notesMasters/notesMaster1.xml" Id="Rc86bb589ae9840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Trishna 3D in one sentence: it turns architectural drawings into 3D spaces people can explore. Set up the four parts of the pitch.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README.md; src/components/BuildingViewer3D.tsx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the sample drawing. It describes a 10 by 14 metre, three-floor home, but its depth and circulation must still be imagined from a flat 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public/extracted.png; public/three-floor-residence-drawing.pdf;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proposed solution as an end-to-end flow. PDF.js handles plan documents; Gemini is optional for live interpretation of uploads. Three.js renders the assembled model with orbit and first-person navigation.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README.md; src/utils/parseFloorPlanPdf.ts; src/utils/geminiPlanAnalyzer.ts; src/components/BuildingViewer3D.tsx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what exists from what is planned. The current prototype runs in a browser and demonstrates a three-floor sample. DXF/IFC export and WebXR are future roadmap items. Custom-plan vision analysis depends on a Gemini key, and complex drawings need more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README.md; SUBMISSION.md; AI_USAGE.md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sustainability honestly. Earlier spatial review may help teams identify layout changes before construction, but this prototype has not measured material, energy or carbon savings. Browser-based sample rendering avoids a dedicated cloud render queue; user devices still consume energy.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README.md; src/components/BuildingViewer3D.tsx; limitation disclosure authored for this pitch.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53efdd6b2e48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b120834f0a47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13d571df74e2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fd0041d08f44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52b9cf9f6746c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3c6588c6df4f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BFC78B-E114-4D0F-8A76-6CBC001ECD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1773B8B-9127-42DA-81A3-8F89269729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6A99678-323C-4959-9FFD-B6C28345BC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DD2401-A63E-4759-B4DA-EE8E24B88E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4A072B-51D8-43E2-A65D-63F7DD1388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3085BF-7E97-4EAF-8D17-1B25B74473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97B266-588E-4B52-9A6A-4192A2985F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42FA125-627E-40BA-8FE7-9CB7986B33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B6E2A4-6724-4201-99DF-9EAA6D0A7E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2DB10D-EEF2-42D6-8E66-668767A906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fd1a3b2dfb4083" /><Relationship Type="http://schemas.openxmlformats.org/officeDocument/2006/relationships/slideLayout" Target="/ppt/slideLayouts/slideLayout1.xml" Id="R5c3364644b7f45c4" /><Relationship Type="http://schemas.openxmlformats.org/officeDocument/2006/relationships/slideLayout" Target="/ppt/slideLayouts/slideLayout2.xml" Id="Rf912d4bd72d043ce" /><Relationship Type="http://schemas.openxmlformats.org/officeDocument/2006/relationships/slideLayout" Target="/ppt/slideLayouts/slideLayout3.xml" Id="R52e1ed90f41146f8" /><Relationship Type="http://schemas.openxmlformats.org/officeDocument/2006/relationships/slideLayout" Target="/ppt/slideLayouts/slideLayout4.xml" Id="Rf9db9e56e2244e3f" /><Relationship Type="http://schemas.openxmlformats.org/officeDocument/2006/relationships/slideLayout" Target="/ppt/slideLayouts/slideLayout5.xml" Id="R9861bab9da4744ca" /><Relationship Type="http://schemas.openxmlformats.org/officeDocument/2006/relationships/slideLayout" Target="/ppt/slideLayouts/slideLayout6.xml" Id="R74b2759fd8d249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3364644b7f45c4"/>
    <p:sldLayoutId xmlns:r="http://schemas.openxmlformats.org/officeDocument/2006/relationships" id="2147483650" r:id="Rf912d4bd72d043ce"/>
    <p:sldLayoutId xmlns:r="http://schemas.openxmlformats.org/officeDocument/2006/relationships" id="2147483651" r:id="R52e1ed90f41146f8"/>
    <p:sldLayoutId xmlns:r="http://schemas.openxmlformats.org/officeDocument/2006/relationships" id="2147483652" r:id="Rf9db9e56e2244e3f"/>
    <p:sldLayoutId xmlns:r="http://schemas.openxmlformats.org/officeDocument/2006/relationships" id="2147483653" r:id="R9861bab9da4744ca"/>
    <p:sldLayoutId xmlns:r="http://schemas.openxmlformats.org/officeDocument/2006/relationships" id="2147483654" r:id="R74b2759fd8d249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b7f6248f5345e9" /><Relationship Type="http://schemas.openxmlformats.org/officeDocument/2006/relationships/image" Target="/ppt/media/image.png" Id="R8e20779f64304067" /><Relationship Type="http://schemas.openxmlformats.org/officeDocument/2006/relationships/image" Target="/ppt/media/image.svg" Id="R557c80d6cd134910" /><Relationship Type="http://schemas.openxmlformats.org/officeDocument/2006/relationships/notesSlide" Target="/ppt/notesSlides/notesSlide1.xml" Id="Ra25778dce2c849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f4cce8e6ba4a35" /><Relationship Type="http://schemas.openxmlformats.org/officeDocument/2006/relationships/image" Target="/ppt/media/image2.png" Id="R437d660bf9ac42c3" /><Relationship Type="http://schemas.openxmlformats.org/officeDocument/2006/relationships/notesSlide" Target="/ppt/notesSlides/notesSlide2.xml" Id="R1772aa41b4294a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21e3050cb041a9" /><Relationship Type="http://schemas.openxmlformats.org/officeDocument/2006/relationships/image" Target="/ppt/media/image3.png" Id="R344d0a3a6fc84c08" /><Relationship Type="http://schemas.openxmlformats.org/officeDocument/2006/relationships/notesSlide" Target="/ppt/notesSlides/notesSlide3.xml" Id="R33ab988ed6c646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a5e22928d44291" /><Relationship Type="http://schemas.openxmlformats.org/officeDocument/2006/relationships/notesSlide" Target="/ppt/notesSlides/notesSlide4.xml" Id="R416ed623bf934a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7644e348ba42e3" /><Relationship Type="http://schemas.openxmlformats.org/officeDocument/2006/relationships/image" Target="/ppt/media/image4.png" Id="R9808ba69e420424d" /><Relationship Type="http://schemas.openxmlformats.org/officeDocument/2006/relationships/image" Target="/ppt/media/image2.svg" Id="R89a81d859316420f" /><Relationship Type="http://schemas.openxmlformats.org/officeDocument/2006/relationships/notesSlide" Target="/ppt/notesSlides/notesSlide5.xml" Id="R1c87f02928b649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24DE9-D5C5-449F-B947-3E840704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147C5-EA55-4F07-8C59-64FE0507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5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987A4-417A-4A2A-B56A-F56519C3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DCC10-24C7-4998-B13F-DF3883BF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TRISHNA 3D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F14F1-1D24-458B-89FB-8EA7D953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71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See the home</a:t>
            </a:r>
          </a:p>
          <a:p xmlns:a="http://schemas.openxmlformats.org/drawingml/2006/main">
            <a:pPr algn="l">
              <a:defRPr sz="390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beyond the plan.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29ACB-53CF-42C1-9BA5-C237C631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43250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Turn architectural drawings into interactive 3D spaces.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CCF60-C989-4290-AC30-739D8EAC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957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FA70F-DA5E-4E2E-B91E-8DC64F45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81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A browser-based architectural walkthrough studio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1530E-7CB6-4842-9E7E-1A6882C0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57750"/>
            <a:ext cx="519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Problem  ·  Proposed solution  ·  Scalability  ·  Sustainability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F1432-BCE1-4CA3-9D1D-63B52D84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2484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DevDay Exchange Community Hackathon · Kochi · 2026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95DC4C-7EB4-42A4-BF49-F055177601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0779f64304067">
            <a:extLst>
              <a:ext uri="{96DAC541-7B7A-43D3-8B79-37D633B846F1}">
                <asvg:svgBlip xmlns:asvg="http://schemas.microsoft.com/office/drawing/2016/SVG/main" r:embed="R557c80d6cd1349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00750" y="514350"/>
            <a:ext cx="5715000" cy="533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3772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D9D381-88A6-45BA-A9AC-6E1F4025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82DB5-7B78-416C-92D2-84D82969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57D06-0076-4EFC-8E2F-DA9A1DA0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0FD29-987D-459C-82F9-B006DADC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581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A flat plan leaves too much</a:t>
            </a:r>
          </a:p>
          <a:p xmlns:a="http://schemas.openxmlformats.org/drawingml/2006/main">
            <a:pPr algn="l"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for people to imagine.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E664F-0AB1-40B9-877B-04E7AA38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09800"/>
            <a:ext cx="5095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The drawing records the layout. It does not show how the finished home feels to move through.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6D9FB-590A-484D-9DD2-3CEF45B4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52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DEPTH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A214C-7496-4C6B-849A-A3E5913D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Room size is hard to picture.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9B111-4C53-4BC9-93E0-C625EC7E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4812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1A44F-4C79-4F61-8E63-29C7DC7D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767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CIRCULATION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D770F-BF6B-4433-B2E6-9AE5B77F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434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Stairs and floor connections stay abstract.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08BBC-E63F-47CE-9ABB-F7FA914A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911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FC19B-FBB3-4E67-AE7A-5005BD53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197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CD093-A0A7-408F-B124-7CA19674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8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Buyers and clients must mentally build the space.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2ABD1-1EF7-4818-975B-9EA711487C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d660bf9ac42c3"/>
          <a:srcRect xmlns:a="http://schemas.openxmlformats.org/drawingml/2006/main" l="6818" t="0" r="68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238250"/>
            <a:ext cx="5429250" cy="4191000"/>
          </a:xfrm>
          <a:prstGeom xmlns:a="http://schemas.openxmlformats.org/drawingml/2006/main" prst="roundRect">
            <a:avLst>
              <a:gd name="adj" fmla="val 3182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056C8-61DA-4E4A-80A6-2C3E5508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00700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A real three-floor plan · 10 m × 14 m footprint</a:t>
            </a:r>
          </a:p>
        </p:txBody>
      </p:sp>
    </p:spTree>
    <p:extLst>
      <p:ext uri="{BB962C8B-B14F-4D97-AF65-F5344CB8AC3E}">
        <p14:creationId xmlns:p14="http://schemas.microsoft.com/office/powerpoint/2010/main" val="1713375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BF2016-7DCD-449B-A5F7-CA587424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C371F-76B2-4E7B-81BC-86AFC749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PROPOSED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9B828-8800-4449-8A27-BA73957C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41C71-039F-42FC-98E3-F3426C20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Upload a plan. Explore a home.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B536C-F83E-49F5-88EC-54A9D9DE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A clear path from drawing to multi-storey walkthrough.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443E9-813A-43CD-90CB-A04C04530E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d0a3a6fc84c08"/>
          <a:srcRect xmlns:a="http://schemas.openxmlformats.org/drawingml/2006/main" l="0" t="20551" r="0" b="205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295525"/>
            <a:ext cx="3714750" cy="2457450"/>
          </a:xfrm>
          <a:prstGeom xmlns:a="http://schemas.openxmlformats.org/drawingml/2006/main" prst="roundRect">
            <a:avLst>
              <a:gd name="adj" fmla="val 542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BC335-825E-4C0B-9AFE-901E2A03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14700"/>
            <a:ext cx="685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8A242-A0A5-43EB-8502-109563F9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431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8A20B-CDC9-4862-8235-95C226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19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2A0C9-AF53-4840-9750-DD0A7CD6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00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PDF, PNG or JPG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D596C-0D52-4C80-9CB9-9AB65980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623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PDF.js parses plan documents in the browser.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94E94-5439-414E-BC96-84003075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431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10555-D196-4BD9-B034-E3574164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193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RECONSTRUCT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1C79F-5305-4B2C-A7F7-F4A42FD9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0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Map the spaces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B6CE0-A551-431B-B4E9-7A5EC3F2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623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Optional Gemini Vision helps interpret custom uploads.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B3E37-B7DD-4951-973E-580AE7B8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719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9A7B18-546E-487D-950C-BDC72CC6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481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BUILD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E147F4-B8AD-4B83-BB55-5D51F0E9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29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Three.js assembles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173EB9-E49E-4C5D-91A1-82DF4A0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911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Walls, floors, doors and stairs become an interactive model.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4D5FEA-BF7B-4C48-83A5-AD141AF8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719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33A868-CCAC-4B23-A112-50D4956A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48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EXPLORE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731484-2458-44AB-9C3F-FFF0EB47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29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Walk or orbit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F8A22B-94FF-4C7D-AF21-6CDF08AE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91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Move through rooms, climb connected floors and play the build animation.</a:t>
            </a:r>
          </a:p>
        </p:txBody>
      </p:sp>
    </p:spTree>
    <p:extLst>
      <p:ext uri="{BB962C8B-B14F-4D97-AF65-F5344CB8AC3E}">
        <p14:creationId xmlns:p14="http://schemas.microsoft.com/office/powerpoint/2010/main" val="5891620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2E73BB-7EF2-4FF2-B173-DB260E16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FA847-69B3-4526-A727-177677B8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SCALABILITY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01CFE-E8E0-4173-A9EA-D8653D98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679CB-911E-4C04-9C6B-3C09B5F2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Start with one home. Build toward more.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D91E9-E4D9-492B-866B-16846170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A working base today, with clear steps for broader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2D62D-7A3C-48FD-8CF8-C52871E1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10934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9C0C4-3BBB-45EF-BBCE-1F6737F1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WORKING 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9B44F-888E-43DA-8720-DF37246D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0507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Browser-based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7EFB8-5B74-4968-A7EE-0DF4AA78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19400"/>
            <a:ext cx="838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PDF, PNG and JPG inputs · three-floor sample model · local rendering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32375-599A-4EDF-B503-6B3AC3F1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0934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ED567-8046-4BF4-9621-C8FFD831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PLANNED 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47A9C-A282-4191-89D3-999D1ED1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76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Broaden interoperability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27BF4-1557-4208-BD8D-36A78478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90950"/>
            <a:ext cx="838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DXF / IFC export is a roadmap item, not part of this prototype.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68458-D6E3-4754-950F-F1D49D38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934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88C555-0F62-49F0-A6F4-AF293FA0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FUTURE DIRECTION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78B934-A0CF-4A6B-96F3-84FFE2DF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481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Extend the experience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4A5C80-98DE-41F2-9AAC-2A0BCFE2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62500"/>
            <a:ext cx="838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WebXR headset walkthroughs are a future direction.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E4E096-60BB-44D8-B72B-BD092F62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721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CDDEE7-9C12-43B8-8781-3F0A6EF4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Scaling constraint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D9969-56D7-48AB-BBC4-4C989D52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53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Custom-plan vision analysis needs a Gemini API key; complex drawings need more validation.</a:t>
            </a:r>
          </a:p>
        </p:txBody>
      </p:sp>
    </p:spTree>
    <p:extLst>
      <p:ext uri="{BB962C8B-B14F-4D97-AF65-F5344CB8AC3E}">
        <p14:creationId xmlns:p14="http://schemas.microsoft.com/office/powerpoint/2010/main" val="13901711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3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371BED-CB3E-4632-8709-976846AD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0666B-CE05-4000-A5DF-23FD891A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A8C9B0"/>
                </a:solidFill>
                <a:latin typeface="Calibri"/>
                <a:ea typeface="Calibri"/>
                <a:cs typeface="Calibri"/>
              </a:rPr>
              <a:t>SUSTAINABILITY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8DD25-F9C3-4579-BA20-179FC35F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048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Better spatial decisions,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earlier in the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A9109-3883-4215-A73C-AD879C8A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66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5E5D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5E5D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D5E5D8"/>
                </a:solidFill>
                <a:latin typeface="Calibri"/>
                <a:ea typeface="Calibri"/>
                <a:cs typeface="Calibri"/>
              </a:rPr>
              <a:t>A 3D walkthrough can help people discuss layout before construction.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B9592-58FF-41F6-8512-E9411CE4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4471C-AFDE-40D1-AB27-E710656E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A8C9B0"/>
                </a:solidFill>
                <a:latin typeface="Calibri"/>
                <a:ea typeface="Calibri"/>
                <a:cs typeface="Calibri"/>
              </a:rPr>
              <a:t>REVIEW EARLY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37743-9FF8-4054-B814-33E704FA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81375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See circulation and room relationships before a home is built.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2CC7E-C85C-4552-9149-B3FAB419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38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861A8-D3DE-48EB-B43D-3EB7E88F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3860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A8C9B0"/>
                </a:solidFill>
                <a:latin typeface="Calibri"/>
                <a:ea typeface="Calibri"/>
                <a:cs typeface="Calibri"/>
              </a:rPr>
              <a:t>WORK TOGETHER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38945-6D29-4FC3-BE38-B12E5C51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95775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Give clients and project teams a shared view of the proposed space.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C0249-4557-4571-9966-0B25C472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530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8C4BA-3B31-43EB-8421-3D0B9444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A8C9B0"/>
                </a:solidFill>
                <a:latin typeface="Calibri"/>
                <a:ea typeface="Calibri"/>
                <a:cs typeface="Calibri"/>
              </a:rPr>
              <a:t>RUN LOCALLY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231D8-74CC-4B14-BA08-6FD2AFA4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0175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Explore bundled models in the browser without a cloud-rendering queue.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F8776-31B2-4FCD-888D-D7E57BED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323975"/>
            <a:ext cx="4514850" cy="3952875"/>
          </a:xfrm>
          <a:prstGeom xmlns:a="http://schemas.openxmlformats.org/drawingml/2006/main" prst="roundRect">
            <a:avLst>
              <a:gd name="adj" fmla="val 1928"/>
            </a:avLst>
          </a:prstGeom>
          <a:solidFill xmlns:a="http://schemas.openxmlformats.org/drawingml/2006/main">
            <a:srgbClr val="214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F5C3D-C236-4C57-93DA-FA25C6EA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24025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A8C9B0"/>
                </a:solidFill>
                <a:latin typeface="Calibri"/>
                <a:ea typeface="Calibri"/>
                <a:cs typeface="Calibri"/>
              </a:rPr>
              <a:t>SUSTAINABILITY</a:t>
            </a:r>
          </a:p>
          <a:p xmlns:a="http://schemas.openxmlformats.org/drawingml/2006/main">
            <a:pPr algn="l">
              <a:defRPr sz="1050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A8C9B0"/>
                </a:solidFill>
                <a:latin typeface="Calibri"/>
                <a:ea typeface="Calibri"/>
                <a:cs typeface="Calibri"/>
              </a:rPr>
              <a:t>OPPORTUNITY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E3341-FCF6-426C-B144-736E4B9878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8ba69e420424d">
            <a:extLst>
              <a:ext uri="{96DAC541-7B7A-43D3-8B79-37D633B846F1}">
                <asvg:svgBlip xmlns:asvg="http://schemas.microsoft.com/office/drawing/2016/SVG/main" r:embed="R89a81d859316420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0" y="2228850"/>
            <a:ext cx="3905250" cy="290512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52EC71-B453-4010-B534-6C41DDB4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6742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Potential contribution, not a measured impact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245FAE-FD8F-47FA-8591-1DCA272E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53175"/>
            <a:ext cx="876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B9D1B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9D1B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B9D1BF"/>
                </a:solidFill>
                <a:latin typeface="Calibri"/>
                <a:ea typeface="Calibri"/>
                <a:cs typeface="Calibri"/>
              </a:rPr>
              <a:t>This prototype does not yet calculate material, energy or carbon savings.</a:t>
            </a:r>
          </a:p>
        </p:txBody>
      </p:sp>
    </p:spTree>
    <p:extLst>
      <p:ext uri="{BB962C8B-B14F-4D97-AF65-F5344CB8AC3E}">
        <p14:creationId xmlns:p14="http://schemas.microsoft.com/office/powerpoint/2010/main" val="968094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2026-10-11T03:23:37.9330000Z</dcterms:created>
  <dcterms:modified xsi:type="dcterms:W3CDTF">2026-10-11T03:23:37.9330000Z</dcterms:modified>
</coreProperties>
</file>