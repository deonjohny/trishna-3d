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43000"/>
            <a:ext cx="777240" cy="777240"/>
          </a:xfrm>
          <a:prstGeom prst="roundRect">
            <a:avLst/>
          </a:prstGeom>
          <a:solidFill>
            <a:srgbClr val="2D56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D2F"/>
                </a:solidFill>
              </a:rPr>
              <a:t>Trishna 3D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563F"/>
                </a:solidFill>
              </a:rPr>
              <a:t>Next-Generation 2D Floor Plan → Intelligent 3D Multi-Storey Reconstruction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6217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26E60"/>
                </a:solidFill>
              </a:rPr>
              <a:t>Instantly reconstructs real-scale 3D residential environments from standard 2D blueprints, raster plans, and CAD sheets. Features multi-storey continuous staircases, auto-detecting inward-facing doors, and progressive bottom-to-top construction transitions.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6217920" cy="420624"/>
          </a:xfrm>
          <a:prstGeom prst="roundRect">
            <a:avLst/>
          </a:prstGeom>
          <a:solidFill>
            <a:srgbClr val="D5EBD9"/>
          </a:solidFill>
          <a:ln w="15240">
            <a:solidFill>
              <a:srgbClr val="C9E2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61772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D2F"/>
                </a:solidFill>
              </a:rPr>
              <a:t>✦  100% Client-Side WebGL 2.0 (Zero Server Latency)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148072"/>
            <a:ext cx="6217920" cy="420624"/>
          </a:xfrm>
          <a:prstGeom prst="roundRect">
            <a:avLst/>
          </a:prstGeom>
          <a:solidFill>
            <a:srgbClr val="D5EBD9"/>
          </a:solidFill>
          <a:ln w="15240">
            <a:solidFill>
              <a:srgbClr val="C9E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14807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D2F"/>
                </a:solidFill>
              </a:rPr>
              <a:t>✦  Continuous Multi-Storey Stair Kinematics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678424"/>
            <a:ext cx="6217920" cy="420624"/>
          </a:xfrm>
          <a:prstGeom prst="roundRect">
            <a:avLst/>
          </a:prstGeom>
          <a:solidFill>
            <a:srgbClr val="D5EBD9"/>
          </a:solidFill>
          <a:ln w="15240">
            <a:solidFill>
              <a:srgbClr val="C9E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67842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D2F"/>
                </a:solidFill>
              </a:rPr>
              <a:t>✦  Cinematic Bottom-to-Top Progressive Construction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1143000"/>
            <a:ext cx="37490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E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6348"/>
                </a:solidFill>
              </a:rPr>
              <a:t>SYSTEM SPECIFICATIONS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D2F"/>
                </a:solidFill>
              </a:rPr>
              <a:t>Architectural Intelligence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09560" y="22860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Supported Inputs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09560" y="2487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PDF (Vector/Raster), PNG, JPG, CAD Sheets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09560" y="28803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Map Fidelity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100% boundary matching (10m × 14m specs)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09560" y="34747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Core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Three.js WebGL + Google Gemini Vision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09560" y="40690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Navigation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09560" y="4270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Free First-Person + Orbit / Drone Mode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09560" y="46634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Door Physics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4864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Auto-swing inward doors (secure perimeter)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09560" y="52578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E60"/>
                </a:solidFill>
              </a:rPr>
              <a:t>Build Animation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5458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</a:rPr>
              <a:t>Timed bottom-to-top progressive assembly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Studio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01 / 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Existing Technologies &amp; Current Market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74520"/>
            <a:ext cx="1371600" cy="292608"/>
          </a:xfrm>
          <a:prstGeom prst="roundRect">
            <a:avLst/>
          </a:prstGeom>
          <a:solidFill>
            <a:srgbClr val="FDEEE9"/>
          </a:solidFill>
          <a:ln w="12700">
            <a:solidFill>
              <a:srgbClr val="F5C8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6348"/>
                </a:solidFill>
              </a:rPr>
              <a:t>DESKTOP CAD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Legacy CAD &amp; BIM Tools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(AutoCAD / Revit / SketchUp)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546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526E60"/>
                </a:solidFill>
              </a:rPr>
              <a:t>High licensing costs and steep learning curves for clients and property buyers.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Requires heavy dedicated GPU workstation hardware; impossible to share instantly on client browsers.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Manual 3D modeling and texturing takes hours or days for multi-storey residential blueprints.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1874520"/>
            <a:ext cx="1371600" cy="292608"/>
          </a:xfrm>
          <a:prstGeom prst="roundRect">
            <a:avLst/>
          </a:prstGeom>
          <a:solidFill>
            <a:srgbClr val="FDEEE9"/>
          </a:solidFill>
          <a:ln w="12700">
            <a:solidFill>
              <a:srgbClr val="F5C8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6348"/>
                </a:solidFill>
              </a:rPr>
              <a:t>2D VIEWERS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54296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Traditional Web 2D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Plan Viewers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54296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31546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526E60"/>
                </a:solidFill>
              </a:rPr>
              <a:t>Static PDF or flat image displays with zero spatial depth, scale comprehension, or physics.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Difficult for homeowners and non-architects to visualize room heights and circulation flow.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Zero first-person walking walkthrough or multi-floor vertical staircase exploration.
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7032" y="1874520"/>
            <a:ext cx="1371600" cy="292608"/>
          </a:xfrm>
          <a:prstGeom prst="roundRect">
            <a:avLst/>
          </a:prstGeom>
          <a:solidFill>
            <a:srgbClr val="FDEEE9"/>
          </a:solidFill>
          <a:ln w="12700">
            <a:solidFill>
              <a:srgbClr val="F5C8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1874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6348"/>
                </a:solidFill>
              </a:rPr>
              <a:t>CLOUD RENDERERS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57032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Generic Cloud 3D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</a:rPr>
              <a:t>Rendering Services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57032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31546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526E60"/>
                </a:solidFill>
              </a:rPr>
              <a:t>Require slow server-side asset baking with multi-minute remote queue wait times.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Sensitive architectural documents and blueprints sent and stored on third-party servers.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Lack intelligent automated room boundary recognition and multi-floor vertical stair core alignment.
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02 / OUR 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Our Technology: Automated Spatial Intelligence &amp; Rebuild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138928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874520"/>
            <a:ext cx="594360" cy="59436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63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874520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F"/>
                </a:solidFill>
              </a:rPr>
              <a:t>Instant 2D Plan Recognition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3858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6E60"/>
                </a:solidFill>
              </a:rPr>
              <a:t>Processes both scanned raster PDFs/PNGs via Google Gemini Multimodal Vision AI and native vector CAD drawings with sub-second parsing and intelligent room label classification.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27064" y="1600200"/>
            <a:ext cx="5138928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1384" y="1874520"/>
            <a:ext cx="594360" cy="59436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14" name="Text 12"/>
          <p:cNvSpPr/>
          <p:nvPr/>
        </p:nvSpPr>
        <p:spPr>
          <a:xfrm>
            <a:off x="6501384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63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78624" y="1874520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F"/>
                </a:solidFill>
              </a:rPr>
              <a:t>Mathematical 3D Assembly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8624" y="2331720"/>
            <a:ext cx="3858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6E60"/>
                </a:solidFill>
              </a:rPr>
              <a:t>Procedurally computes exact wall coordinates, thickness, door frames, windows, continuous floor slabs, and cantilevered balconies with 100% scale fidelity to the input plan.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5138928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297680"/>
            <a:ext cx="594360" cy="59436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63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74520" y="4297680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F"/>
                </a:solidFill>
              </a:rPr>
              <a:t>Bottom-to-Top Construction Transition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4520" y="4754880"/>
            <a:ext cx="3858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6E60"/>
                </a:solidFill>
              </a:rPr>
              <a:t>Realistic timed architectural build-up animation showing ground foundation, upper villas, partition walls, and roof terrace rising progressively with live HUD progress indicators.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27064" y="4023360"/>
            <a:ext cx="5138928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01384" y="4297680"/>
            <a:ext cx="594360" cy="59436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24" name="Text 22"/>
          <p:cNvSpPr/>
          <p:nvPr/>
        </p:nvSpPr>
        <p:spPr>
          <a:xfrm>
            <a:off x="6501384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63F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78624" y="4297680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D2F"/>
                </a:solidFill>
              </a:rPr>
              <a:t>Seamless First-Person Walkthrough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8624" y="4754880"/>
            <a:ext cx="38587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26E60"/>
                </a:solidFill>
              </a:rPr>
              <a:t>Free multi-floor navigation through stair portals, inward-facing auto-opening doors, collision-free trees, and outdoor plinth grounds with smooth camera ergonomics.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03 / ARCHITECTURE &amp;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Complete Technology Stack &amp; Roles in Trishna 3D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1054577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099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</a:rPr>
              <a:t>Three.js (WebGL 2.0)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97280" y="2039112"/>
            <a:ext cx="2560320" cy="27432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39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563F"/>
                </a:solidFill>
              </a:rPr>
              <a:t>3D Real-Time Graphics Engine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1737360"/>
            <a:ext cx="0" cy="54864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737360"/>
            <a:ext cx="7071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Renders 60 FPS diorama, soft shadow mapping (PCFSoftShadowMap), filmic tone mapping, raycasting door interaction, and first-person camera walkthrough kinematics.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532888"/>
            <a:ext cx="10545775" cy="822960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C9E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426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</a:rPr>
              <a:t>Google Gemini Vision AI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97280" y="2971800"/>
            <a:ext cx="2560320" cy="27432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563F"/>
                </a:solidFill>
              </a:rPr>
              <a:t>Multimodal Spatial Recognition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0" y="2670048"/>
            <a:ext cx="0" cy="54864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670048"/>
            <a:ext cx="7071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Extracts rooms, spatial dimensions, floor levels, stair cores, and functional types directly from complex raster drawing sheets &amp; blueprint scans.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465576"/>
            <a:ext cx="1054577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E2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5753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</a:rPr>
              <a:t>React 18 &amp; TypeScript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97280" y="3904488"/>
            <a:ext cx="2560320" cy="27432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904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563F"/>
                </a:solidFill>
              </a:rPr>
              <a:t>Component State &amp; Architectural Schema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3602736"/>
            <a:ext cx="0" cy="54864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602736"/>
            <a:ext cx="7071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Strict type safety for architectural schedules, procedural coordinate calculations, HUD timeline management, and responsive reactive rendering.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398264"/>
            <a:ext cx="10545775" cy="822960"/>
          </a:xfrm>
          <a:prstGeom prst="roundRect">
            <a:avLst/>
          </a:prstGeom>
          <a:solidFill>
            <a:srgbClr val="EDF6F0"/>
          </a:solidFill>
          <a:ln w="13970">
            <a:solidFill>
              <a:srgbClr val="C9E2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5079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</a:rPr>
              <a:t>PDF.js (Mozilla)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097280" y="4837176"/>
            <a:ext cx="2560320" cy="27432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837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563F"/>
                </a:solidFill>
              </a:rPr>
              <a:t>In-Browser Vector &amp; Raster Parsing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4535424"/>
            <a:ext cx="0" cy="54864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535424"/>
            <a:ext cx="7071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High-resolution viewport rasterization and vector text-operator clustering directly inside client browser memory with zero server uploads.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5330952"/>
            <a:ext cx="1054577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E2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4406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</a:rPr>
              <a:t>Vite 5 &amp; Modern CSS3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97280" y="5769864"/>
            <a:ext cx="2560320" cy="274320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5769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563F"/>
                </a:solidFill>
              </a:rPr>
              <a:t>Build Pipeline &amp; Pastel Green Aesthetic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5468112"/>
            <a:ext cx="0" cy="54864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5468112"/>
            <a:ext cx="70710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Sub-second Hot Module Replacement, zero backend latency, and responsive glassmorphic interfaces themed in calming pastel greens.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04 / CORE TECHNOLOGY DEFINITIONS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Deep Dive Technical Definitions: How Each Module Operates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74520"/>
            <a:ext cx="1645920" cy="292608"/>
          </a:xfrm>
          <a:prstGeom prst="roundRect">
            <a:avLst/>
          </a:prstGeom>
          <a:solidFill>
            <a:srgbClr val="D5EBD9"/>
          </a:solidFill>
          <a:ln w="12700">
            <a:solidFill>
              <a:srgbClr val="BCE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63F"/>
                </a:solidFill>
              </a:rPr>
              <a:t>GEOMETRY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</a:rPr>
              <a:t>Procedural Wall &amp; Door Engine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348"/>
                </a:solidFill>
              </a:rPr>
              <a:t>Mathematical boundary parsing &amp; inward-facing door automation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584448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Automated boundary edge-matching algorithm with 0.9ft tolerance that detects adjacent rooms, generates shared partition walls, and places inward-facing doors while enforcing solid garden exterior walls. Guarantees 100% perimeter security with zero unintended exterior entrances.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25696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874520"/>
            <a:ext cx="1645920" cy="292608"/>
          </a:xfrm>
          <a:prstGeom prst="roundRect">
            <a:avLst/>
          </a:prstGeom>
          <a:solidFill>
            <a:srgbClr val="D5EBD9"/>
          </a:solidFill>
          <a:ln w="12700">
            <a:solidFill>
              <a:srgbClr val="BCE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63F"/>
                </a:solidFill>
              </a:rPr>
              <a:t>KINEMATICS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4296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</a:rPr>
              <a:t>Collision &amp; Stair Travel System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54296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348"/>
                </a:solidFill>
              </a:rPr>
              <a:t>Kinematic capsule navigation across multi-storey landings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54296" y="3584448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Custom kinematic collision controller providing free stair traversal, height interpolation across multi-storey landings, auto-swinging door triggers, and 100% collision-free garden tree perimeters. Allows the user to seamlessly climb from ground level to upper storeys and terrace without getting trapped.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28432" y="1600200"/>
            <a:ext cx="3337560" cy="457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7032" y="1874520"/>
            <a:ext cx="1645920" cy="292608"/>
          </a:xfrm>
          <a:prstGeom prst="roundRect">
            <a:avLst/>
          </a:prstGeom>
          <a:solidFill>
            <a:srgbClr val="D5EBD9"/>
          </a:solidFill>
          <a:ln w="12700">
            <a:solidFill>
              <a:srgbClr val="BCE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1874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63F"/>
                </a:solidFill>
              </a:rPr>
              <a:t>TIMELINE ANIMATION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57032" y="22402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</a:rPr>
              <a:t>Progressive Stage Interpolation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57032" y="3017520"/>
            <a:ext cx="2880360" cy="0"/>
          </a:xfrm>
          <a:prstGeom prst="line">
            <a:avLst/>
          </a:prstGeom>
          <a:noFill/>
          <a:ln w="12700">
            <a:solidFill>
              <a:srgbClr val="E5E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31272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348"/>
                </a:solidFill>
              </a:rPr>
              <a:t>Bottom-to-top progressive construction animation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57032" y="3584448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26E60"/>
                </a:solidFill>
              </a:rPr>
              <a:t>Physics-inspired bottom-to-top growth timeline using cubic easing curves (easeInOutCubic) to scale floor roots, extrude structural slabs, and raise partition walls sequentially across ground, first, and terrace levels. Provides an engaging 7-second visual building experience before enabling free walking.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05 / SYSTEM SCREENSHOTS &amp;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Visual Evidence: 2D Blueprint Input vs Real-Time 3D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138928" cy="4572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783080"/>
            <a:ext cx="1097280" cy="256032"/>
          </a:xfrm>
          <a:prstGeom prst="roundRect">
            <a:avLst/>
          </a:prstGeom>
          <a:solidFill>
            <a:srgbClr val="FDEEE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83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6348"/>
                </a:solidFill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178308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10.00m × 14.00m Multi-Floor Drawing Sheet</a:t>
            </a:r>
            <a:endParaRPr lang="en-US" sz="1300" dirty="0"/>
          </a:p>
        </p:txBody>
      </p:sp>
      <p:pic>
        <p:nvPicPr>
          <p:cNvPr id="11" name="Image 0" descr="public/extra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194560"/>
            <a:ext cx="4681728" cy="3429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5715000"/>
            <a:ext cx="4681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E60"/>
                </a:solidFill>
              </a:rPr>
              <a:t>Multi-floor sheet (Ground, First, Second Floor) with room dimensions and continuous stair core.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7064" y="1600200"/>
            <a:ext cx="5138928" cy="4572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E2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55664" y="1783080"/>
            <a:ext cx="1097280" cy="256032"/>
          </a:xfrm>
          <a:prstGeom prst="roundRect">
            <a:avLst/>
          </a:prstGeom>
          <a:solidFill>
            <a:srgbClr val="D5EBD9"/>
          </a:solidFill>
          <a:ln/>
        </p:spPr>
      </p:sp>
      <p:sp>
        <p:nvSpPr>
          <p:cNvPr id="15" name="Text 12"/>
          <p:cNvSpPr/>
          <p:nvPr/>
        </p:nvSpPr>
        <p:spPr>
          <a:xfrm>
            <a:off x="6455664" y="1783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63F"/>
                </a:solidFill>
              </a:rPr>
              <a:t>OUTPUT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644384" y="178308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Real-Time 3D Walkthrough Studio in Three.js</a:t>
            </a:r>
            <a:endParaRPr lang="en-US" sz="1300" dirty="0"/>
          </a:p>
        </p:txBody>
      </p:sp>
      <p:pic>
        <p:nvPicPr>
          <p:cNvPr id="17" name="Image 1" descr="public/user-floor-pl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5664" y="2194560"/>
            <a:ext cx="4681728" cy="3429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55664" y="5715000"/>
            <a:ext cx="4681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E60"/>
                </a:solidFill>
              </a:rPr>
              <a:t>Free walking mode with inward-facing doors, solid slabs, and bottom-to-top construction transition.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456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E60"/>
                </a:solidFill>
              </a:rPr>
              <a:t>06 / CONCLUSION &amp;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D2F"/>
                </a:solidFill>
              </a:rPr>
              <a:t>Project Milestones, Quantitative Impact &amp; Future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10545775" cy="0"/>
          </a:xfrm>
          <a:prstGeom prst="line">
            <a:avLst/>
          </a:prstGeom>
          <a:noFill/>
          <a:ln w="12700">
            <a:solidFill>
              <a:srgbClr val="C9E2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688"/>
                </a:solidFill>
              </a:rPr>
              <a:t>Trishna 3D — Intelligent Architectural Reconstruction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487168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830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63F"/>
                </a:solidFill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Map 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6E60"/>
                </a:solidFill>
              </a:rPr>
              <a:t>Exact reproduction of 10m × 14m drawings including attached baths, stairs &amp; balconies.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02152" y="1600200"/>
            <a:ext cx="2487168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7830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63F"/>
                </a:solidFill>
              </a:rPr>
              <a:t>7 sec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39312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Progressive 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278892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6E60"/>
                </a:solidFill>
              </a:rPr>
              <a:t>Real-time stage-by-stage construction animation from ground to roof terrace.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600200"/>
            <a:ext cx="2487168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7830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63F"/>
                </a:solidFill>
              </a:rPr>
              <a:t>0 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18504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Server Latency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278892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6E60"/>
                </a:solidFill>
              </a:rPr>
              <a:t>Runs entirely in the user’s browser with zero cloud render wait queues.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0536" y="1600200"/>
            <a:ext cx="2487168" cy="2103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E2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696" y="17830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63F"/>
                </a:solidFill>
              </a:rPr>
              <a:t>3-Floor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97696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2F"/>
                </a:solidFill>
              </a:rPr>
              <a:t>Multi-Storey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97696" y="278892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26E60"/>
                </a:solidFill>
              </a:rPr>
              <a:t>Fully walkable continuous staircase connecting all residential levels freely.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10545775" cy="2194560"/>
          </a:xfrm>
          <a:prstGeom prst="roundRect">
            <a:avLst/>
          </a:prstGeom>
          <a:solidFill>
            <a:srgbClr val="2D563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4251960"/>
            <a:ext cx="1463040" cy="292608"/>
          </a:xfrm>
          <a:prstGeom prst="roundRect">
            <a:avLst/>
          </a:prstGeom>
          <a:solidFill>
            <a:srgbClr val="24563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251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5EBD9"/>
                </a:solidFill>
              </a:rPr>
              <a:t>FINAL VERDICT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" y="4645152"/>
            <a:ext cx="9905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Trishna 3D proves that modern browser technologies (Three.js WebGL) combined with multimodal vision AI can transform static 2D blueprints into walkable, photo-realistic, multi-storey architectural experiences with zero server wait times or workstation dependencies.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43000" y="5468112"/>
            <a:ext cx="9905695" cy="0"/>
          </a:xfrm>
          <a:prstGeom prst="line">
            <a:avLst/>
          </a:prstGeom>
          <a:noFill/>
          <a:ln w="12700">
            <a:solidFill>
              <a:srgbClr val="4B7B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57784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BD9"/>
                </a:solidFill>
              </a:rPr>
              <a:t>Future Scope: Automatic CAD DXF/IFC export, WebXR VR headset walkthroughs, and real-time collaborative multi-client spatial review.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Trishna 3D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Trishna 3D Presentation</dc:title>
  <dc:subject>PptxGenJS Presentation</dc:subject>
  <dc:creator>Trishna 3D Team</dc:creator>
  <cp:lastModifiedBy>Trishna 3D Team</cp:lastModifiedBy>
  <cp:revision>1</cp:revision>
  <dcterms:created xsi:type="dcterms:W3CDTF">2026-10-11T02:11:14Z</dcterms:created>
  <dcterms:modified xsi:type="dcterms:W3CDTF">2026-10-11T02:11:14Z</dcterms:modified>
</cp:coreProperties>
</file>